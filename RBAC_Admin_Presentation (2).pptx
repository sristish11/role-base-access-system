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66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28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sv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svg"/><Relationship Id="rId4" Type="http://schemas.openxmlformats.org/officeDocument/2006/relationships/image" Target="../media/image34.svg"/><Relationship Id="rId9" Type="http://schemas.openxmlformats.org/officeDocument/2006/relationships/image" Target="../media/image39.pn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33.png"/><Relationship Id="rId7" Type="http://schemas.openxmlformats.org/officeDocument/2006/relationships/image" Target="../media/image47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10" Type="http://schemas.openxmlformats.org/officeDocument/2006/relationships/image" Target="../media/image50.svg"/><Relationship Id="rId4" Type="http://schemas.openxmlformats.org/officeDocument/2006/relationships/image" Target="../media/image34.svg"/><Relationship Id="rId9" Type="http://schemas.openxmlformats.org/officeDocument/2006/relationships/image" Target="../media/image49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28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sv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svg"/><Relationship Id="rId4" Type="http://schemas.openxmlformats.org/officeDocument/2006/relationships/image" Target="../media/image34.svg"/><Relationship Id="rId9" Type="http://schemas.openxmlformats.org/officeDocument/2006/relationships/image" Target="../media/image39.pn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33.png"/><Relationship Id="rId7" Type="http://schemas.openxmlformats.org/officeDocument/2006/relationships/image" Target="../media/image47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10" Type="http://schemas.openxmlformats.org/officeDocument/2006/relationships/image" Target="../media/image50.svg"/><Relationship Id="rId4" Type="http://schemas.openxmlformats.org/officeDocument/2006/relationships/image" Target="../media/image34.svg"/><Relationship Id="rId9" Type="http://schemas.openxmlformats.org/officeDocument/2006/relationships/image" Target="../media/image4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0C3CA0-38E6-4621-BCAC-646F664F21A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BC79631-F29D-421D-AB5C-B2ECB19F30FF}">
      <dgm:prSet/>
      <dgm:spPr/>
      <dgm:t>
        <a:bodyPr/>
        <a:lstStyle/>
        <a:p>
          <a:r>
            <a:rPr lang="en-HK"/>
            <a:t>Manage roles + privileges</a:t>
          </a:r>
          <a:endParaRPr lang="en-US"/>
        </a:p>
      </dgm:t>
    </dgm:pt>
    <dgm:pt modelId="{9B464A3A-36EF-4CCF-AAD8-DAA56797F073}" type="parTrans" cxnId="{A7C5335B-B575-4B37-B1DB-02C6F5C953FE}">
      <dgm:prSet/>
      <dgm:spPr/>
      <dgm:t>
        <a:bodyPr/>
        <a:lstStyle/>
        <a:p>
          <a:endParaRPr lang="en-US"/>
        </a:p>
      </dgm:t>
    </dgm:pt>
    <dgm:pt modelId="{59A76408-4B27-4BB6-BAFD-AC5C738F3457}" type="sibTrans" cxnId="{A7C5335B-B575-4B37-B1DB-02C6F5C953FE}">
      <dgm:prSet/>
      <dgm:spPr/>
      <dgm:t>
        <a:bodyPr/>
        <a:lstStyle/>
        <a:p>
          <a:endParaRPr lang="en-US"/>
        </a:p>
      </dgm:t>
    </dgm:pt>
    <dgm:pt modelId="{6545C800-C8C0-4F0E-88CF-2DDA001134F1}">
      <dgm:prSet/>
      <dgm:spPr/>
      <dgm:t>
        <a:bodyPr/>
        <a:lstStyle/>
        <a:p>
          <a:r>
            <a:rPr lang="en-HK"/>
            <a:t>Manage users + metadata</a:t>
          </a:r>
          <a:endParaRPr lang="en-US"/>
        </a:p>
      </dgm:t>
    </dgm:pt>
    <dgm:pt modelId="{C31AE2C1-636A-4D7C-B957-CA719D233C69}" type="parTrans" cxnId="{068EBAE6-A2DC-49C1-A7F1-4F8F14A78A2C}">
      <dgm:prSet/>
      <dgm:spPr/>
      <dgm:t>
        <a:bodyPr/>
        <a:lstStyle/>
        <a:p>
          <a:endParaRPr lang="en-US"/>
        </a:p>
      </dgm:t>
    </dgm:pt>
    <dgm:pt modelId="{3C1BDD56-E55E-4913-8636-7609D988D41B}" type="sibTrans" cxnId="{068EBAE6-A2DC-49C1-A7F1-4F8F14A78A2C}">
      <dgm:prSet/>
      <dgm:spPr/>
      <dgm:t>
        <a:bodyPr/>
        <a:lstStyle/>
        <a:p>
          <a:endParaRPr lang="en-US"/>
        </a:p>
      </dgm:t>
    </dgm:pt>
    <dgm:pt modelId="{F0557C7E-B52E-4ECA-B9A9-070573D65D33}">
      <dgm:prSet/>
      <dgm:spPr/>
      <dgm:t>
        <a:bodyPr/>
        <a:lstStyle/>
        <a:p>
          <a:r>
            <a:rPr lang="en-HK"/>
            <a:t>SQLite + SQLAlchemy</a:t>
          </a:r>
          <a:endParaRPr lang="en-US"/>
        </a:p>
      </dgm:t>
    </dgm:pt>
    <dgm:pt modelId="{D505C2AC-5B04-4924-8A72-90302C6BB431}" type="parTrans" cxnId="{B584742B-A7EF-4BA6-8FBC-D0DC4F82A83E}">
      <dgm:prSet/>
      <dgm:spPr/>
      <dgm:t>
        <a:bodyPr/>
        <a:lstStyle/>
        <a:p>
          <a:endParaRPr lang="en-US"/>
        </a:p>
      </dgm:t>
    </dgm:pt>
    <dgm:pt modelId="{7BD98F91-6D3A-4EB2-A97E-0E6FC767D8B1}" type="sibTrans" cxnId="{B584742B-A7EF-4BA6-8FBC-D0DC4F82A83E}">
      <dgm:prSet/>
      <dgm:spPr/>
      <dgm:t>
        <a:bodyPr/>
        <a:lstStyle/>
        <a:p>
          <a:endParaRPr lang="en-US"/>
        </a:p>
      </dgm:t>
    </dgm:pt>
    <dgm:pt modelId="{8E5E9190-E0E6-4EEE-9474-00865BAF4047}">
      <dgm:prSet/>
      <dgm:spPr/>
      <dgm:t>
        <a:bodyPr/>
        <a:lstStyle/>
        <a:p>
          <a:r>
            <a:rPr lang="en-HK"/>
            <a:t>Single-file HTML/JS frontend</a:t>
          </a:r>
          <a:endParaRPr lang="en-US"/>
        </a:p>
      </dgm:t>
    </dgm:pt>
    <dgm:pt modelId="{A657609B-9674-4228-958D-89D2289B57C3}" type="parTrans" cxnId="{BC13B973-9C66-4A91-B45A-15CD75669B44}">
      <dgm:prSet/>
      <dgm:spPr/>
      <dgm:t>
        <a:bodyPr/>
        <a:lstStyle/>
        <a:p>
          <a:endParaRPr lang="en-US"/>
        </a:p>
      </dgm:t>
    </dgm:pt>
    <dgm:pt modelId="{638297D7-171C-48CE-95D6-3358858C4B45}" type="sibTrans" cxnId="{BC13B973-9C66-4A91-B45A-15CD75669B44}">
      <dgm:prSet/>
      <dgm:spPr/>
      <dgm:t>
        <a:bodyPr/>
        <a:lstStyle/>
        <a:p>
          <a:endParaRPr lang="en-US"/>
        </a:p>
      </dgm:t>
    </dgm:pt>
    <dgm:pt modelId="{7C814956-F83C-4B1F-A5D2-23A5E758BEB1}">
      <dgm:prSet/>
      <dgm:spPr/>
      <dgm:t>
        <a:bodyPr/>
        <a:lstStyle/>
        <a:p>
          <a:r>
            <a:rPr lang="en-HK"/>
            <a:t>REST API</a:t>
          </a:r>
          <a:endParaRPr lang="en-US"/>
        </a:p>
      </dgm:t>
    </dgm:pt>
    <dgm:pt modelId="{E1CD5AD5-4669-4A82-B29C-F58678403824}" type="parTrans" cxnId="{8583640F-71FE-4FAF-871C-4F99AA9DBFCE}">
      <dgm:prSet/>
      <dgm:spPr/>
      <dgm:t>
        <a:bodyPr/>
        <a:lstStyle/>
        <a:p>
          <a:endParaRPr lang="en-US"/>
        </a:p>
      </dgm:t>
    </dgm:pt>
    <dgm:pt modelId="{1A5F3627-82A4-46A5-A38B-8C87F4AD582F}" type="sibTrans" cxnId="{8583640F-71FE-4FAF-871C-4F99AA9DBFCE}">
      <dgm:prSet/>
      <dgm:spPr/>
      <dgm:t>
        <a:bodyPr/>
        <a:lstStyle/>
        <a:p>
          <a:endParaRPr lang="en-US"/>
        </a:p>
      </dgm:t>
    </dgm:pt>
    <dgm:pt modelId="{650B5374-FC46-410A-A7FC-222D49080B22}">
      <dgm:prSet/>
      <dgm:spPr/>
      <dgm:t>
        <a:bodyPr/>
        <a:lstStyle/>
        <a:p>
          <a:r>
            <a:rPr lang="en-HK"/>
            <a:t>Auto-seeding</a:t>
          </a:r>
          <a:endParaRPr lang="en-US"/>
        </a:p>
      </dgm:t>
    </dgm:pt>
    <dgm:pt modelId="{3403743F-B94A-4862-B6A8-B741218C6100}" type="parTrans" cxnId="{EEECA9B2-3A06-47A6-9216-A689DD90E876}">
      <dgm:prSet/>
      <dgm:spPr/>
      <dgm:t>
        <a:bodyPr/>
        <a:lstStyle/>
        <a:p>
          <a:endParaRPr lang="en-US"/>
        </a:p>
      </dgm:t>
    </dgm:pt>
    <dgm:pt modelId="{E3B6B2FF-7B52-463C-A594-3DE7BE226CC5}" type="sibTrans" cxnId="{EEECA9B2-3A06-47A6-9216-A689DD90E876}">
      <dgm:prSet/>
      <dgm:spPr/>
      <dgm:t>
        <a:bodyPr/>
        <a:lstStyle/>
        <a:p>
          <a:endParaRPr lang="en-US"/>
        </a:p>
      </dgm:t>
    </dgm:pt>
    <dgm:pt modelId="{B9BFCAC0-9D4D-49F4-B960-AC5E668BB280}" type="pres">
      <dgm:prSet presAssocID="{D00C3CA0-38E6-4621-BCAC-646F664F21A2}" presName="linear" presStyleCnt="0">
        <dgm:presLayoutVars>
          <dgm:animLvl val="lvl"/>
          <dgm:resizeHandles val="exact"/>
        </dgm:presLayoutVars>
      </dgm:prSet>
      <dgm:spPr/>
    </dgm:pt>
    <dgm:pt modelId="{5977998D-795C-4A76-93F2-B6469D832D91}" type="pres">
      <dgm:prSet presAssocID="{5BC79631-F29D-421D-AB5C-B2ECB19F30FF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2C439E45-4225-45C9-88C7-2C398DC12656}" type="pres">
      <dgm:prSet presAssocID="{59A76408-4B27-4BB6-BAFD-AC5C738F3457}" presName="spacer" presStyleCnt="0"/>
      <dgm:spPr/>
    </dgm:pt>
    <dgm:pt modelId="{7FB675AA-BA81-4D4A-9F7A-EFA078548F55}" type="pres">
      <dgm:prSet presAssocID="{6545C800-C8C0-4F0E-88CF-2DDA001134F1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E19F1DB2-9760-48E2-8FD5-7553044043DD}" type="pres">
      <dgm:prSet presAssocID="{3C1BDD56-E55E-4913-8636-7609D988D41B}" presName="spacer" presStyleCnt="0"/>
      <dgm:spPr/>
    </dgm:pt>
    <dgm:pt modelId="{950596B0-996E-454A-846F-4E6E89997987}" type="pres">
      <dgm:prSet presAssocID="{F0557C7E-B52E-4ECA-B9A9-070573D65D33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FDC16B81-DA11-4F86-9B6C-DCEBABC33A0C}" type="pres">
      <dgm:prSet presAssocID="{7BD98F91-6D3A-4EB2-A97E-0E6FC767D8B1}" presName="spacer" presStyleCnt="0"/>
      <dgm:spPr/>
    </dgm:pt>
    <dgm:pt modelId="{8A2F4A09-B45C-4C4F-B803-F710D6956941}" type="pres">
      <dgm:prSet presAssocID="{8E5E9190-E0E6-4EEE-9474-00865BAF4047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48E16933-36A9-4EDA-BE22-47B32E3D58B2}" type="pres">
      <dgm:prSet presAssocID="{638297D7-171C-48CE-95D6-3358858C4B45}" presName="spacer" presStyleCnt="0"/>
      <dgm:spPr/>
    </dgm:pt>
    <dgm:pt modelId="{A46AB5CC-5A15-443E-9474-FC1D228083F8}" type="pres">
      <dgm:prSet presAssocID="{7C814956-F83C-4B1F-A5D2-23A5E758BEB1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4F24509E-7F56-4440-8148-D7146C5AB9D8}" type="pres">
      <dgm:prSet presAssocID="{1A5F3627-82A4-46A5-A38B-8C87F4AD582F}" presName="spacer" presStyleCnt="0"/>
      <dgm:spPr/>
    </dgm:pt>
    <dgm:pt modelId="{2F928252-DFD4-4E7D-A859-A32C1752AB50}" type="pres">
      <dgm:prSet presAssocID="{650B5374-FC46-410A-A7FC-222D49080B22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8583640F-71FE-4FAF-871C-4F99AA9DBFCE}" srcId="{D00C3CA0-38E6-4621-BCAC-646F664F21A2}" destId="{7C814956-F83C-4B1F-A5D2-23A5E758BEB1}" srcOrd="4" destOrd="0" parTransId="{E1CD5AD5-4669-4A82-B29C-F58678403824}" sibTransId="{1A5F3627-82A4-46A5-A38B-8C87F4AD582F}"/>
    <dgm:cxn modelId="{B584742B-A7EF-4BA6-8FBC-D0DC4F82A83E}" srcId="{D00C3CA0-38E6-4621-BCAC-646F664F21A2}" destId="{F0557C7E-B52E-4ECA-B9A9-070573D65D33}" srcOrd="2" destOrd="0" parTransId="{D505C2AC-5B04-4924-8A72-90302C6BB431}" sibTransId="{7BD98F91-6D3A-4EB2-A97E-0E6FC767D8B1}"/>
    <dgm:cxn modelId="{A7C5335B-B575-4B37-B1DB-02C6F5C953FE}" srcId="{D00C3CA0-38E6-4621-BCAC-646F664F21A2}" destId="{5BC79631-F29D-421D-AB5C-B2ECB19F30FF}" srcOrd="0" destOrd="0" parTransId="{9B464A3A-36EF-4CCF-AAD8-DAA56797F073}" sibTransId="{59A76408-4B27-4BB6-BAFD-AC5C738F3457}"/>
    <dgm:cxn modelId="{BC13B973-9C66-4A91-B45A-15CD75669B44}" srcId="{D00C3CA0-38E6-4621-BCAC-646F664F21A2}" destId="{8E5E9190-E0E6-4EEE-9474-00865BAF4047}" srcOrd="3" destOrd="0" parTransId="{A657609B-9674-4228-958D-89D2289B57C3}" sibTransId="{638297D7-171C-48CE-95D6-3358858C4B45}"/>
    <dgm:cxn modelId="{B56D2D74-C7AA-4856-996B-A32DA915629E}" type="presOf" srcId="{D00C3CA0-38E6-4621-BCAC-646F664F21A2}" destId="{B9BFCAC0-9D4D-49F4-B960-AC5E668BB280}" srcOrd="0" destOrd="0" presId="urn:microsoft.com/office/officeart/2005/8/layout/vList2"/>
    <dgm:cxn modelId="{6E955978-A39A-4E21-BDD2-56D659669F06}" type="presOf" srcId="{5BC79631-F29D-421D-AB5C-B2ECB19F30FF}" destId="{5977998D-795C-4A76-93F2-B6469D832D91}" srcOrd="0" destOrd="0" presId="urn:microsoft.com/office/officeart/2005/8/layout/vList2"/>
    <dgm:cxn modelId="{EEECA9B2-3A06-47A6-9216-A689DD90E876}" srcId="{D00C3CA0-38E6-4621-BCAC-646F664F21A2}" destId="{650B5374-FC46-410A-A7FC-222D49080B22}" srcOrd="5" destOrd="0" parTransId="{3403743F-B94A-4862-B6A8-B741218C6100}" sibTransId="{E3B6B2FF-7B52-463C-A594-3DE7BE226CC5}"/>
    <dgm:cxn modelId="{075F62C1-ECD7-46D6-BD36-4DE0839F51CF}" type="presOf" srcId="{7C814956-F83C-4B1F-A5D2-23A5E758BEB1}" destId="{A46AB5CC-5A15-443E-9474-FC1D228083F8}" srcOrd="0" destOrd="0" presId="urn:microsoft.com/office/officeart/2005/8/layout/vList2"/>
    <dgm:cxn modelId="{3C2C03D2-066C-44E8-A2D2-B84C359BDD2C}" type="presOf" srcId="{F0557C7E-B52E-4ECA-B9A9-070573D65D33}" destId="{950596B0-996E-454A-846F-4E6E89997987}" srcOrd="0" destOrd="0" presId="urn:microsoft.com/office/officeart/2005/8/layout/vList2"/>
    <dgm:cxn modelId="{4848D5E2-EA74-4EE3-B8DD-048E55735A7B}" type="presOf" srcId="{8E5E9190-E0E6-4EEE-9474-00865BAF4047}" destId="{8A2F4A09-B45C-4C4F-B803-F710D6956941}" srcOrd="0" destOrd="0" presId="urn:microsoft.com/office/officeart/2005/8/layout/vList2"/>
    <dgm:cxn modelId="{C8A999E4-0D33-40CD-80E6-BF08E5866AEB}" type="presOf" srcId="{650B5374-FC46-410A-A7FC-222D49080B22}" destId="{2F928252-DFD4-4E7D-A859-A32C1752AB50}" srcOrd="0" destOrd="0" presId="urn:microsoft.com/office/officeart/2005/8/layout/vList2"/>
    <dgm:cxn modelId="{068EBAE6-A2DC-49C1-A7F1-4F8F14A78A2C}" srcId="{D00C3CA0-38E6-4621-BCAC-646F664F21A2}" destId="{6545C800-C8C0-4F0E-88CF-2DDA001134F1}" srcOrd="1" destOrd="0" parTransId="{C31AE2C1-636A-4D7C-B957-CA719D233C69}" sibTransId="{3C1BDD56-E55E-4913-8636-7609D988D41B}"/>
    <dgm:cxn modelId="{C69F82F2-993F-4A8E-9C0B-2D41A2606B0D}" type="presOf" srcId="{6545C800-C8C0-4F0E-88CF-2DDA001134F1}" destId="{7FB675AA-BA81-4D4A-9F7A-EFA078548F55}" srcOrd="0" destOrd="0" presId="urn:microsoft.com/office/officeart/2005/8/layout/vList2"/>
    <dgm:cxn modelId="{9F828569-9393-47E1-88A1-42A944A6F84D}" type="presParOf" srcId="{B9BFCAC0-9D4D-49F4-B960-AC5E668BB280}" destId="{5977998D-795C-4A76-93F2-B6469D832D91}" srcOrd="0" destOrd="0" presId="urn:microsoft.com/office/officeart/2005/8/layout/vList2"/>
    <dgm:cxn modelId="{8657DF5B-F469-4FA4-AC0A-FEF9317E7E15}" type="presParOf" srcId="{B9BFCAC0-9D4D-49F4-B960-AC5E668BB280}" destId="{2C439E45-4225-45C9-88C7-2C398DC12656}" srcOrd="1" destOrd="0" presId="urn:microsoft.com/office/officeart/2005/8/layout/vList2"/>
    <dgm:cxn modelId="{459D7C43-44B3-4E13-9176-4EA99926F144}" type="presParOf" srcId="{B9BFCAC0-9D4D-49F4-B960-AC5E668BB280}" destId="{7FB675AA-BA81-4D4A-9F7A-EFA078548F55}" srcOrd="2" destOrd="0" presId="urn:microsoft.com/office/officeart/2005/8/layout/vList2"/>
    <dgm:cxn modelId="{A4E04FEC-3A2B-4F56-8045-2D7007E3A042}" type="presParOf" srcId="{B9BFCAC0-9D4D-49F4-B960-AC5E668BB280}" destId="{E19F1DB2-9760-48E2-8FD5-7553044043DD}" srcOrd="3" destOrd="0" presId="urn:microsoft.com/office/officeart/2005/8/layout/vList2"/>
    <dgm:cxn modelId="{1F6FFB8F-2E4A-4058-BE71-C689BFABEBF9}" type="presParOf" srcId="{B9BFCAC0-9D4D-49F4-B960-AC5E668BB280}" destId="{950596B0-996E-454A-846F-4E6E89997987}" srcOrd="4" destOrd="0" presId="urn:microsoft.com/office/officeart/2005/8/layout/vList2"/>
    <dgm:cxn modelId="{B9FF496D-53A1-4683-A4C5-AF52AC9ECF2C}" type="presParOf" srcId="{B9BFCAC0-9D4D-49F4-B960-AC5E668BB280}" destId="{FDC16B81-DA11-4F86-9B6C-DCEBABC33A0C}" srcOrd="5" destOrd="0" presId="urn:microsoft.com/office/officeart/2005/8/layout/vList2"/>
    <dgm:cxn modelId="{F74B58D2-B5E4-4CFC-8FD5-024EF1E5C9E8}" type="presParOf" srcId="{B9BFCAC0-9D4D-49F4-B960-AC5E668BB280}" destId="{8A2F4A09-B45C-4C4F-B803-F710D6956941}" srcOrd="6" destOrd="0" presId="urn:microsoft.com/office/officeart/2005/8/layout/vList2"/>
    <dgm:cxn modelId="{E5D65683-7F27-49BE-8BBF-2D2BC1DD67F7}" type="presParOf" srcId="{B9BFCAC0-9D4D-49F4-B960-AC5E668BB280}" destId="{48E16933-36A9-4EDA-BE22-47B32E3D58B2}" srcOrd="7" destOrd="0" presId="urn:microsoft.com/office/officeart/2005/8/layout/vList2"/>
    <dgm:cxn modelId="{EED3EC7B-9146-43C7-B6F7-EC13C5B60742}" type="presParOf" srcId="{B9BFCAC0-9D4D-49F4-B960-AC5E668BB280}" destId="{A46AB5CC-5A15-443E-9474-FC1D228083F8}" srcOrd="8" destOrd="0" presId="urn:microsoft.com/office/officeart/2005/8/layout/vList2"/>
    <dgm:cxn modelId="{59C43BB8-631B-4012-A4D6-A07B988F8CB0}" type="presParOf" srcId="{B9BFCAC0-9D4D-49F4-B960-AC5E668BB280}" destId="{4F24509E-7F56-4440-8148-D7146C5AB9D8}" srcOrd="9" destOrd="0" presId="urn:microsoft.com/office/officeart/2005/8/layout/vList2"/>
    <dgm:cxn modelId="{C33BB7AC-36EE-40BD-8CCB-0DC522499653}" type="presParOf" srcId="{B9BFCAC0-9D4D-49F4-B960-AC5E668BB280}" destId="{2F928252-DFD4-4E7D-A859-A32C1752AB50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C790344-4E5A-4F28-BB8E-AEE726123FB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1D22AE8-79C4-4F7D-AE3C-86660D309A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Flask backend handling REST APIs</a:t>
          </a:r>
        </a:p>
      </dgm:t>
    </dgm:pt>
    <dgm:pt modelId="{B9F56EDE-AAC2-41CC-9F02-990EA640A2D2}" type="parTrans" cxnId="{9BA353B2-A72B-4973-8889-ADD8D95C7DBF}">
      <dgm:prSet/>
      <dgm:spPr/>
      <dgm:t>
        <a:bodyPr/>
        <a:lstStyle/>
        <a:p>
          <a:endParaRPr lang="en-US"/>
        </a:p>
      </dgm:t>
    </dgm:pt>
    <dgm:pt modelId="{96914F0A-1BA3-449A-B6E8-57F54FE71824}" type="sibTrans" cxnId="{9BA353B2-A72B-4973-8889-ADD8D95C7DBF}">
      <dgm:prSet/>
      <dgm:spPr/>
      <dgm:t>
        <a:bodyPr/>
        <a:lstStyle/>
        <a:p>
          <a:endParaRPr lang="en-US"/>
        </a:p>
      </dgm:t>
    </dgm:pt>
    <dgm:pt modelId="{4174B104-B7E1-4A0B-A5EE-68E2577E01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SQLite database for persistence</a:t>
          </a:r>
        </a:p>
      </dgm:t>
    </dgm:pt>
    <dgm:pt modelId="{68E59D4D-0E75-4B70-A2CF-520EAC440EE9}" type="parTrans" cxnId="{3B44D106-8416-4C57-A4A9-0BCBB77E609B}">
      <dgm:prSet/>
      <dgm:spPr/>
      <dgm:t>
        <a:bodyPr/>
        <a:lstStyle/>
        <a:p>
          <a:endParaRPr lang="en-US"/>
        </a:p>
      </dgm:t>
    </dgm:pt>
    <dgm:pt modelId="{C125A14C-C801-4A32-94B7-CFD1BFF212EB}" type="sibTrans" cxnId="{3B44D106-8416-4C57-A4A9-0BCBB77E609B}">
      <dgm:prSet/>
      <dgm:spPr/>
      <dgm:t>
        <a:bodyPr/>
        <a:lstStyle/>
        <a:p>
          <a:endParaRPr lang="en-US"/>
        </a:p>
      </dgm:t>
    </dgm:pt>
    <dgm:pt modelId="{8604BFC7-AAE7-4352-9E0B-F3578528E9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SQLAlchemy ORM for DB operations</a:t>
          </a:r>
        </a:p>
      </dgm:t>
    </dgm:pt>
    <dgm:pt modelId="{860F032F-FFA3-4F5D-8B48-D9B9EE54ACDE}" type="parTrans" cxnId="{8F9D18DA-70B8-4F10-A0BE-9AF93C606F2D}">
      <dgm:prSet/>
      <dgm:spPr/>
      <dgm:t>
        <a:bodyPr/>
        <a:lstStyle/>
        <a:p>
          <a:endParaRPr lang="en-US"/>
        </a:p>
      </dgm:t>
    </dgm:pt>
    <dgm:pt modelId="{C857190A-A4D7-4727-9873-5FC5A4E9E6BA}" type="sibTrans" cxnId="{8F9D18DA-70B8-4F10-A0BE-9AF93C606F2D}">
      <dgm:prSet/>
      <dgm:spPr/>
      <dgm:t>
        <a:bodyPr/>
        <a:lstStyle/>
        <a:p>
          <a:endParaRPr lang="en-US"/>
        </a:p>
      </dgm:t>
    </dgm:pt>
    <dgm:pt modelId="{316F5A72-DF8E-4564-AA04-54F9F70AACE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Single-file frontend (Bootstrap + JS)</a:t>
          </a:r>
        </a:p>
      </dgm:t>
    </dgm:pt>
    <dgm:pt modelId="{8FC975E7-C5AD-4C89-96D1-413B7A0AA279}" type="parTrans" cxnId="{F57BB61E-DD35-4471-8840-B0C9E8CA43D7}">
      <dgm:prSet/>
      <dgm:spPr/>
      <dgm:t>
        <a:bodyPr/>
        <a:lstStyle/>
        <a:p>
          <a:endParaRPr lang="en-US"/>
        </a:p>
      </dgm:t>
    </dgm:pt>
    <dgm:pt modelId="{09B5C843-4348-44F6-B933-ED676B645735}" type="sibTrans" cxnId="{F57BB61E-DD35-4471-8840-B0C9E8CA43D7}">
      <dgm:prSet/>
      <dgm:spPr/>
      <dgm:t>
        <a:bodyPr/>
        <a:lstStyle/>
        <a:p>
          <a:endParaRPr lang="en-US"/>
        </a:p>
      </dgm:t>
    </dgm:pt>
    <dgm:pt modelId="{C9014DC6-A1E5-4C9E-84EE-1CC75B0D823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JSON-based privileges structure</a:t>
          </a:r>
        </a:p>
      </dgm:t>
    </dgm:pt>
    <dgm:pt modelId="{D97D1073-24D8-4260-B38B-69EEA510249C}" type="parTrans" cxnId="{39A59D94-9F3D-4FAE-A80F-57059B587F4A}">
      <dgm:prSet/>
      <dgm:spPr/>
      <dgm:t>
        <a:bodyPr/>
        <a:lstStyle/>
        <a:p>
          <a:endParaRPr lang="en-US"/>
        </a:p>
      </dgm:t>
    </dgm:pt>
    <dgm:pt modelId="{63735BB2-CC4A-4B0C-AF3A-4D2213027AF7}" type="sibTrans" cxnId="{39A59D94-9F3D-4FAE-A80F-57059B587F4A}">
      <dgm:prSet/>
      <dgm:spPr/>
      <dgm:t>
        <a:bodyPr/>
        <a:lstStyle/>
        <a:p>
          <a:endParaRPr lang="en-US"/>
        </a:p>
      </dgm:t>
    </dgm:pt>
    <dgm:pt modelId="{28AD4E46-2243-4952-B948-340BDF0A358A}" type="pres">
      <dgm:prSet presAssocID="{2C790344-4E5A-4F28-BB8E-AEE726123FB5}" presName="root" presStyleCnt="0">
        <dgm:presLayoutVars>
          <dgm:dir/>
          <dgm:resizeHandles val="exact"/>
        </dgm:presLayoutVars>
      </dgm:prSet>
      <dgm:spPr/>
    </dgm:pt>
    <dgm:pt modelId="{D37FF769-ECDB-4BDD-98CA-7BCA8CC814CC}" type="pres">
      <dgm:prSet presAssocID="{A1D22AE8-79C4-4F7D-AE3C-86660D309A4E}" presName="compNode" presStyleCnt="0"/>
      <dgm:spPr/>
    </dgm:pt>
    <dgm:pt modelId="{42A34D48-E4E8-4575-B64A-8EBDED601393}" type="pres">
      <dgm:prSet presAssocID="{A1D22AE8-79C4-4F7D-AE3C-86660D309A4E}" presName="bgRect" presStyleLbl="bgShp" presStyleIdx="0" presStyleCnt="5"/>
      <dgm:spPr/>
    </dgm:pt>
    <dgm:pt modelId="{55ABBAE7-8B7C-46D4-9004-4202993AF8C4}" type="pres">
      <dgm:prSet presAssocID="{A1D22AE8-79C4-4F7D-AE3C-86660D309A4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B2EEA58-44A5-48E0-A302-BDF174109D00}" type="pres">
      <dgm:prSet presAssocID="{A1D22AE8-79C4-4F7D-AE3C-86660D309A4E}" presName="spaceRect" presStyleCnt="0"/>
      <dgm:spPr/>
    </dgm:pt>
    <dgm:pt modelId="{F0D6FAA8-7C39-41FD-956A-7D3660E59E71}" type="pres">
      <dgm:prSet presAssocID="{A1D22AE8-79C4-4F7D-AE3C-86660D309A4E}" presName="parTx" presStyleLbl="revTx" presStyleIdx="0" presStyleCnt="5">
        <dgm:presLayoutVars>
          <dgm:chMax val="0"/>
          <dgm:chPref val="0"/>
        </dgm:presLayoutVars>
      </dgm:prSet>
      <dgm:spPr/>
    </dgm:pt>
    <dgm:pt modelId="{A07C6AAE-DAA7-47F3-9EC8-2F34E7A500E3}" type="pres">
      <dgm:prSet presAssocID="{96914F0A-1BA3-449A-B6E8-57F54FE71824}" presName="sibTrans" presStyleCnt="0"/>
      <dgm:spPr/>
    </dgm:pt>
    <dgm:pt modelId="{FD7B73A6-C999-4E13-A3A5-0BBDF05CA011}" type="pres">
      <dgm:prSet presAssocID="{4174B104-B7E1-4A0B-A5EE-68E2577E017E}" presName="compNode" presStyleCnt="0"/>
      <dgm:spPr/>
    </dgm:pt>
    <dgm:pt modelId="{29EFEF95-54D8-4A09-A3DC-934A94D1A370}" type="pres">
      <dgm:prSet presAssocID="{4174B104-B7E1-4A0B-A5EE-68E2577E017E}" presName="bgRect" presStyleLbl="bgShp" presStyleIdx="1" presStyleCnt="5"/>
      <dgm:spPr/>
    </dgm:pt>
    <dgm:pt modelId="{69FAADDF-7EC5-49B4-8695-FA46A3FAD606}" type="pres">
      <dgm:prSet presAssocID="{4174B104-B7E1-4A0B-A5EE-68E2577E017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60A7F408-50DF-4277-A7BE-CFD7032047A6}" type="pres">
      <dgm:prSet presAssocID="{4174B104-B7E1-4A0B-A5EE-68E2577E017E}" presName="spaceRect" presStyleCnt="0"/>
      <dgm:spPr/>
    </dgm:pt>
    <dgm:pt modelId="{318F72D3-DD6B-4C8F-876A-1F352BDBAB5A}" type="pres">
      <dgm:prSet presAssocID="{4174B104-B7E1-4A0B-A5EE-68E2577E017E}" presName="parTx" presStyleLbl="revTx" presStyleIdx="1" presStyleCnt="5">
        <dgm:presLayoutVars>
          <dgm:chMax val="0"/>
          <dgm:chPref val="0"/>
        </dgm:presLayoutVars>
      </dgm:prSet>
      <dgm:spPr/>
    </dgm:pt>
    <dgm:pt modelId="{1F85DB96-AF6B-4D81-8159-8ED7243B0C1E}" type="pres">
      <dgm:prSet presAssocID="{C125A14C-C801-4A32-94B7-CFD1BFF212EB}" presName="sibTrans" presStyleCnt="0"/>
      <dgm:spPr/>
    </dgm:pt>
    <dgm:pt modelId="{B52E44F0-FB2F-46A0-9C3C-87C4C5901711}" type="pres">
      <dgm:prSet presAssocID="{8604BFC7-AAE7-4352-9E0B-F3578528E950}" presName="compNode" presStyleCnt="0"/>
      <dgm:spPr/>
    </dgm:pt>
    <dgm:pt modelId="{CFFA1738-285A-43DD-A68B-7C1C35D1C21C}" type="pres">
      <dgm:prSet presAssocID="{8604BFC7-AAE7-4352-9E0B-F3578528E950}" presName="bgRect" presStyleLbl="bgShp" presStyleIdx="2" presStyleCnt="5"/>
      <dgm:spPr/>
    </dgm:pt>
    <dgm:pt modelId="{9A3F1E06-4285-440D-8403-415532937171}" type="pres">
      <dgm:prSet presAssocID="{8604BFC7-AAE7-4352-9E0B-F3578528E95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F813278-A9C4-493A-A47B-B729A91BF537}" type="pres">
      <dgm:prSet presAssocID="{8604BFC7-AAE7-4352-9E0B-F3578528E950}" presName="spaceRect" presStyleCnt="0"/>
      <dgm:spPr/>
    </dgm:pt>
    <dgm:pt modelId="{24E5F863-3D74-4376-82AB-3D2048C649A6}" type="pres">
      <dgm:prSet presAssocID="{8604BFC7-AAE7-4352-9E0B-F3578528E950}" presName="parTx" presStyleLbl="revTx" presStyleIdx="2" presStyleCnt="5">
        <dgm:presLayoutVars>
          <dgm:chMax val="0"/>
          <dgm:chPref val="0"/>
        </dgm:presLayoutVars>
      </dgm:prSet>
      <dgm:spPr/>
    </dgm:pt>
    <dgm:pt modelId="{4773A0F6-B202-457A-BE86-31CECBF77A30}" type="pres">
      <dgm:prSet presAssocID="{C857190A-A4D7-4727-9873-5FC5A4E9E6BA}" presName="sibTrans" presStyleCnt="0"/>
      <dgm:spPr/>
    </dgm:pt>
    <dgm:pt modelId="{1CEC5A42-E595-4002-8CDE-27205301AE99}" type="pres">
      <dgm:prSet presAssocID="{316F5A72-DF8E-4564-AA04-54F9F70AACE5}" presName="compNode" presStyleCnt="0"/>
      <dgm:spPr/>
    </dgm:pt>
    <dgm:pt modelId="{1B1E39B5-E703-4A80-822C-33F46CE7E49C}" type="pres">
      <dgm:prSet presAssocID="{316F5A72-DF8E-4564-AA04-54F9F70AACE5}" presName="bgRect" presStyleLbl="bgShp" presStyleIdx="3" presStyleCnt="5"/>
      <dgm:spPr/>
    </dgm:pt>
    <dgm:pt modelId="{89C83AF1-990E-4560-AE01-B5F6C6203E91}" type="pres">
      <dgm:prSet presAssocID="{316F5A72-DF8E-4564-AA04-54F9F70AACE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t"/>
        </a:ext>
      </dgm:extLst>
    </dgm:pt>
    <dgm:pt modelId="{0B83DB36-3038-458E-A46C-4D857F677567}" type="pres">
      <dgm:prSet presAssocID="{316F5A72-DF8E-4564-AA04-54F9F70AACE5}" presName="spaceRect" presStyleCnt="0"/>
      <dgm:spPr/>
    </dgm:pt>
    <dgm:pt modelId="{68B0CC44-6189-48CC-86DC-D7E19E287FBB}" type="pres">
      <dgm:prSet presAssocID="{316F5A72-DF8E-4564-AA04-54F9F70AACE5}" presName="parTx" presStyleLbl="revTx" presStyleIdx="3" presStyleCnt="5">
        <dgm:presLayoutVars>
          <dgm:chMax val="0"/>
          <dgm:chPref val="0"/>
        </dgm:presLayoutVars>
      </dgm:prSet>
      <dgm:spPr/>
    </dgm:pt>
    <dgm:pt modelId="{B31EC919-5024-4D2B-BF33-AF34A95800B0}" type="pres">
      <dgm:prSet presAssocID="{09B5C843-4348-44F6-B933-ED676B645735}" presName="sibTrans" presStyleCnt="0"/>
      <dgm:spPr/>
    </dgm:pt>
    <dgm:pt modelId="{92D80BB3-0CEA-4E65-9495-1B7C79C453FD}" type="pres">
      <dgm:prSet presAssocID="{C9014DC6-A1E5-4C9E-84EE-1CC75B0D8232}" presName="compNode" presStyleCnt="0"/>
      <dgm:spPr/>
    </dgm:pt>
    <dgm:pt modelId="{402DE986-6F3E-4D29-883B-6665FC6D4270}" type="pres">
      <dgm:prSet presAssocID="{C9014DC6-A1E5-4C9E-84EE-1CC75B0D8232}" presName="bgRect" presStyleLbl="bgShp" presStyleIdx="4" presStyleCnt="5"/>
      <dgm:spPr/>
    </dgm:pt>
    <dgm:pt modelId="{C3773B92-0092-45B1-B458-F060B369B1F5}" type="pres">
      <dgm:prSet presAssocID="{C9014DC6-A1E5-4C9E-84EE-1CC75B0D823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39878AB1-D5BD-43F8-9577-E5AEA7AE29E2}" type="pres">
      <dgm:prSet presAssocID="{C9014DC6-A1E5-4C9E-84EE-1CC75B0D8232}" presName="spaceRect" presStyleCnt="0"/>
      <dgm:spPr/>
    </dgm:pt>
    <dgm:pt modelId="{1D036A8A-922D-45E1-BB75-BC5D0519413C}" type="pres">
      <dgm:prSet presAssocID="{C9014DC6-A1E5-4C9E-84EE-1CC75B0D8232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B23BC001-2E8F-40CD-A4C4-AF665CDCC59F}" type="presOf" srcId="{C9014DC6-A1E5-4C9E-84EE-1CC75B0D8232}" destId="{1D036A8A-922D-45E1-BB75-BC5D0519413C}" srcOrd="0" destOrd="0" presId="urn:microsoft.com/office/officeart/2018/2/layout/IconVerticalSolidList"/>
    <dgm:cxn modelId="{3B44D106-8416-4C57-A4A9-0BCBB77E609B}" srcId="{2C790344-4E5A-4F28-BB8E-AEE726123FB5}" destId="{4174B104-B7E1-4A0B-A5EE-68E2577E017E}" srcOrd="1" destOrd="0" parTransId="{68E59D4D-0E75-4B70-A2CF-520EAC440EE9}" sibTransId="{C125A14C-C801-4A32-94B7-CFD1BFF212EB}"/>
    <dgm:cxn modelId="{F6802E0B-25AC-4D32-8387-541F2A020177}" type="presOf" srcId="{316F5A72-DF8E-4564-AA04-54F9F70AACE5}" destId="{68B0CC44-6189-48CC-86DC-D7E19E287FBB}" srcOrd="0" destOrd="0" presId="urn:microsoft.com/office/officeart/2018/2/layout/IconVerticalSolidList"/>
    <dgm:cxn modelId="{04367C15-8C72-4AF3-88C9-1CC492296027}" type="presOf" srcId="{2C790344-4E5A-4F28-BB8E-AEE726123FB5}" destId="{28AD4E46-2243-4952-B948-340BDF0A358A}" srcOrd="0" destOrd="0" presId="urn:microsoft.com/office/officeart/2018/2/layout/IconVerticalSolidList"/>
    <dgm:cxn modelId="{F57BB61E-DD35-4471-8840-B0C9E8CA43D7}" srcId="{2C790344-4E5A-4F28-BB8E-AEE726123FB5}" destId="{316F5A72-DF8E-4564-AA04-54F9F70AACE5}" srcOrd="3" destOrd="0" parTransId="{8FC975E7-C5AD-4C89-96D1-413B7A0AA279}" sibTransId="{09B5C843-4348-44F6-B933-ED676B645735}"/>
    <dgm:cxn modelId="{39A59D94-9F3D-4FAE-A80F-57059B587F4A}" srcId="{2C790344-4E5A-4F28-BB8E-AEE726123FB5}" destId="{C9014DC6-A1E5-4C9E-84EE-1CC75B0D8232}" srcOrd="4" destOrd="0" parTransId="{D97D1073-24D8-4260-B38B-69EEA510249C}" sibTransId="{63735BB2-CC4A-4B0C-AF3A-4D2213027AF7}"/>
    <dgm:cxn modelId="{3C7557A9-FE56-452F-91EE-66ED7FE66A84}" type="presOf" srcId="{4174B104-B7E1-4A0B-A5EE-68E2577E017E}" destId="{318F72D3-DD6B-4C8F-876A-1F352BDBAB5A}" srcOrd="0" destOrd="0" presId="urn:microsoft.com/office/officeart/2018/2/layout/IconVerticalSolidList"/>
    <dgm:cxn modelId="{9BA353B2-A72B-4973-8889-ADD8D95C7DBF}" srcId="{2C790344-4E5A-4F28-BB8E-AEE726123FB5}" destId="{A1D22AE8-79C4-4F7D-AE3C-86660D309A4E}" srcOrd="0" destOrd="0" parTransId="{B9F56EDE-AAC2-41CC-9F02-990EA640A2D2}" sibTransId="{96914F0A-1BA3-449A-B6E8-57F54FE71824}"/>
    <dgm:cxn modelId="{8F9D18DA-70B8-4F10-A0BE-9AF93C606F2D}" srcId="{2C790344-4E5A-4F28-BB8E-AEE726123FB5}" destId="{8604BFC7-AAE7-4352-9E0B-F3578528E950}" srcOrd="2" destOrd="0" parTransId="{860F032F-FFA3-4F5D-8B48-D9B9EE54ACDE}" sibTransId="{C857190A-A4D7-4727-9873-5FC5A4E9E6BA}"/>
    <dgm:cxn modelId="{6E87DEE3-93CD-4D4F-A0F9-C4824CB9CA6C}" type="presOf" srcId="{A1D22AE8-79C4-4F7D-AE3C-86660D309A4E}" destId="{F0D6FAA8-7C39-41FD-956A-7D3660E59E71}" srcOrd="0" destOrd="0" presId="urn:microsoft.com/office/officeart/2018/2/layout/IconVerticalSolidList"/>
    <dgm:cxn modelId="{D364E4F1-A81D-4B81-B46B-87704D078A49}" type="presOf" srcId="{8604BFC7-AAE7-4352-9E0B-F3578528E950}" destId="{24E5F863-3D74-4376-82AB-3D2048C649A6}" srcOrd="0" destOrd="0" presId="urn:microsoft.com/office/officeart/2018/2/layout/IconVerticalSolidList"/>
    <dgm:cxn modelId="{08E57D03-C585-4D6D-9D1A-B992F569C0A9}" type="presParOf" srcId="{28AD4E46-2243-4952-B948-340BDF0A358A}" destId="{D37FF769-ECDB-4BDD-98CA-7BCA8CC814CC}" srcOrd="0" destOrd="0" presId="urn:microsoft.com/office/officeart/2018/2/layout/IconVerticalSolidList"/>
    <dgm:cxn modelId="{59B88B0A-B5A4-4B19-A24B-3FA46F5AFC48}" type="presParOf" srcId="{D37FF769-ECDB-4BDD-98CA-7BCA8CC814CC}" destId="{42A34D48-E4E8-4575-B64A-8EBDED601393}" srcOrd="0" destOrd="0" presId="urn:microsoft.com/office/officeart/2018/2/layout/IconVerticalSolidList"/>
    <dgm:cxn modelId="{FBFCF047-4C36-4E35-97D0-577ECAF27E3F}" type="presParOf" srcId="{D37FF769-ECDB-4BDD-98CA-7BCA8CC814CC}" destId="{55ABBAE7-8B7C-46D4-9004-4202993AF8C4}" srcOrd="1" destOrd="0" presId="urn:microsoft.com/office/officeart/2018/2/layout/IconVerticalSolidList"/>
    <dgm:cxn modelId="{F3C9DADC-0912-47DB-83E9-D5F004462466}" type="presParOf" srcId="{D37FF769-ECDB-4BDD-98CA-7BCA8CC814CC}" destId="{FB2EEA58-44A5-48E0-A302-BDF174109D00}" srcOrd="2" destOrd="0" presId="urn:microsoft.com/office/officeart/2018/2/layout/IconVerticalSolidList"/>
    <dgm:cxn modelId="{49336F74-6539-425B-A411-FC72CA7C7B02}" type="presParOf" srcId="{D37FF769-ECDB-4BDD-98CA-7BCA8CC814CC}" destId="{F0D6FAA8-7C39-41FD-956A-7D3660E59E71}" srcOrd="3" destOrd="0" presId="urn:microsoft.com/office/officeart/2018/2/layout/IconVerticalSolidList"/>
    <dgm:cxn modelId="{3D5233E6-1858-40FC-AFE8-F600B17F46AA}" type="presParOf" srcId="{28AD4E46-2243-4952-B948-340BDF0A358A}" destId="{A07C6AAE-DAA7-47F3-9EC8-2F34E7A500E3}" srcOrd="1" destOrd="0" presId="urn:microsoft.com/office/officeart/2018/2/layout/IconVerticalSolidList"/>
    <dgm:cxn modelId="{75720133-0233-4B8C-9FA5-7A7238320E34}" type="presParOf" srcId="{28AD4E46-2243-4952-B948-340BDF0A358A}" destId="{FD7B73A6-C999-4E13-A3A5-0BBDF05CA011}" srcOrd="2" destOrd="0" presId="urn:microsoft.com/office/officeart/2018/2/layout/IconVerticalSolidList"/>
    <dgm:cxn modelId="{0C24FABA-D82F-4425-A083-38FB036A2479}" type="presParOf" srcId="{FD7B73A6-C999-4E13-A3A5-0BBDF05CA011}" destId="{29EFEF95-54D8-4A09-A3DC-934A94D1A370}" srcOrd="0" destOrd="0" presId="urn:microsoft.com/office/officeart/2018/2/layout/IconVerticalSolidList"/>
    <dgm:cxn modelId="{3FD84428-C47E-46E5-9800-FFBF62E3231E}" type="presParOf" srcId="{FD7B73A6-C999-4E13-A3A5-0BBDF05CA011}" destId="{69FAADDF-7EC5-49B4-8695-FA46A3FAD606}" srcOrd="1" destOrd="0" presId="urn:microsoft.com/office/officeart/2018/2/layout/IconVerticalSolidList"/>
    <dgm:cxn modelId="{9A4781D6-8834-44AD-9E20-C70B1A112AED}" type="presParOf" srcId="{FD7B73A6-C999-4E13-A3A5-0BBDF05CA011}" destId="{60A7F408-50DF-4277-A7BE-CFD7032047A6}" srcOrd="2" destOrd="0" presId="urn:microsoft.com/office/officeart/2018/2/layout/IconVerticalSolidList"/>
    <dgm:cxn modelId="{DFF70C61-2338-4C73-8AEA-4A85E7876ACF}" type="presParOf" srcId="{FD7B73A6-C999-4E13-A3A5-0BBDF05CA011}" destId="{318F72D3-DD6B-4C8F-876A-1F352BDBAB5A}" srcOrd="3" destOrd="0" presId="urn:microsoft.com/office/officeart/2018/2/layout/IconVerticalSolidList"/>
    <dgm:cxn modelId="{545489EB-7609-4356-8A3E-25945FEB05E6}" type="presParOf" srcId="{28AD4E46-2243-4952-B948-340BDF0A358A}" destId="{1F85DB96-AF6B-4D81-8159-8ED7243B0C1E}" srcOrd="3" destOrd="0" presId="urn:microsoft.com/office/officeart/2018/2/layout/IconVerticalSolidList"/>
    <dgm:cxn modelId="{E6B90C11-525F-427D-BBE8-65A8FD18DE97}" type="presParOf" srcId="{28AD4E46-2243-4952-B948-340BDF0A358A}" destId="{B52E44F0-FB2F-46A0-9C3C-87C4C5901711}" srcOrd="4" destOrd="0" presId="urn:microsoft.com/office/officeart/2018/2/layout/IconVerticalSolidList"/>
    <dgm:cxn modelId="{199C8548-8747-47D2-A91B-C4EE2CD6951E}" type="presParOf" srcId="{B52E44F0-FB2F-46A0-9C3C-87C4C5901711}" destId="{CFFA1738-285A-43DD-A68B-7C1C35D1C21C}" srcOrd="0" destOrd="0" presId="urn:microsoft.com/office/officeart/2018/2/layout/IconVerticalSolidList"/>
    <dgm:cxn modelId="{BC9056A9-214E-4C62-9B51-13799C16AE3A}" type="presParOf" srcId="{B52E44F0-FB2F-46A0-9C3C-87C4C5901711}" destId="{9A3F1E06-4285-440D-8403-415532937171}" srcOrd="1" destOrd="0" presId="urn:microsoft.com/office/officeart/2018/2/layout/IconVerticalSolidList"/>
    <dgm:cxn modelId="{087CD726-A78A-4442-BE5B-DDA1DDB8EE90}" type="presParOf" srcId="{B52E44F0-FB2F-46A0-9C3C-87C4C5901711}" destId="{4F813278-A9C4-493A-A47B-B729A91BF537}" srcOrd="2" destOrd="0" presId="urn:microsoft.com/office/officeart/2018/2/layout/IconVerticalSolidList"/>
    <dgm:cxn modelId="{424CD03C-8ECB-4080-B7F4-E518E211566B}" type="presParOf" srcId="{B52E44F0-FB2F-46A0-9C3C-87C4C5901711}" destId="{24E5F863-3D74-4376-82AB-3D2048C649A6}" srcOrd="3" destOrd="0" presId="urn:microsoft.com/office/officeart/2018/2/layout/IconVerticalSolidList"/>
    <dgm:cxn modelId="{570D67EA-B9A0-43CF-8CFA-752696A860B2}" type="presParOf" srcId="{28AD4E46-2243-4952-B948-340BDF0A358A}" destId="{4773A0F6-B202-457A-BE86-31CECBF77A30}" srcOrd="5" destOrd="0" presId="urn:microsoft.com/office/officeart/2018/2/layout/IconVerticalSolidList"/>
    <dgm:cxn modelId="{1DDC1A1D-FE5E-486C-B59A-281B053C27CB}" type="presParOf" srcId="{28AD4E46-2243-4952-B948-340BDF0A358A}" destId="{1CEC5A42-E595-4002-8CDE-27205301AE99}" srcOrd="6" destOrd="0" presId="urn:microsoft.com/office/officeart/2018/2/layout/IconVerticalSolidList"/>
    <dgm:cxn modelId="{1211E47B-373F-43AC-9DD0-696FD1B4FA8C}" type="presParOf" srcId="{1CEC5A42-E595-4002-8CDE-27205301AE99}" destId="{1B1E39B5-E703-4A80-822C-33F46CE7E49C}" srcOrd="0" destOrd="0" presId="urn:microsoft.com/office/officeart/2018/2/layout/IconVerticalSolidList"/>
    <dgm:cxn modelId="{737938A6-5593-4BA2-9402-8351BB115269}" type="presParOf" srcId="{1CEC5A42-E595-4002-8CDE-27205301AE99}" destId="{89C83AF1-990E-4560-AE01-B5F6C6203E91}" srcOrd="1" destOrd="0" presId="urn:microsoft.com/office/officeart/2018/2/layout/IconVerticalSolidList"/>
    <dgm:cxn modelId="{2D92FD58-7CD9-4869-A0CF-053A50C08507}" type="presParOf" srcId="{1CEC5A42-E595-4002-8CDE-27205301AE99}" destId="{0B83DB36-3038-458E-A46C-4D857F677567}" srcOrd="2" destOrd="0" presId="urn:microsoft.com/office/officeart/2018/2/layout/IconVerticalSolidList"/>
    <dgm:cxn modelId="{F8470B94-3E51-4426-A213-48548F583218}" type="presParOf" srcId="{1CEC5A42-E595-4002-8CDE-27205301AE99}" destId="{68B0CC44-6189-48CC-86DC-D7E19E287FBB}" srcOrd="3" destOrd="0" presId="urn:microsoft.com/office/officeart/2018/2/layout/IconVerticalSolidList"/>
    <dgm:cxn modelId="{187BC3A7-8C69-4711-8FF0-C1C169A0B0CF}" type="presParOf" srcId="{28AD4E46-2243-4952-B948-340BDF0A358A}" destId="{B31EC919-5024-4D2B-BF33-AF34A95800B0}" srcOrd="7" destOrd="0" presId="urn:microsoft.com/office/officeart/2018/2/layout/IconVerticalSolidList"/>
    <dgm:cxn modelId="{6E195F0A-38AB-401E-B2CC-8E7A078DBCAD}" type="presParOf" srcId="{28AD4E46-2243-4952-B948-340BDF0A358A}" destId="{92D80BB3-0CEA-4E65-9495-1B7C79C453FD}" srcOrd="8" destOrd="0" presId="urn:microsoft.com/office/officeart/2018/2/layout/IconVerticalSolidList"/>
    <dgm:cxn modelId="{86387B93-F047-4FA5-A855-7781EE34479D}" type="presParOf" srcId="{92D80BB3-0CEA-4E65-9495-1B7C79C453FD}" destId="{402DE986-6F3E-4D29-883B-6665FC6D4270}" srcOrd="0" destOrd="0" presId="urn:microsoft.com/office/officeart/2018/2/layout/IconVerticalSolidList"/>
    <dgm:cxn modelId="{4BD5CB0F-2368-4D11-806F-41FBF5518C38}" type="presParOf" srcId="{92D80BB3-0CEA-4E65-9495-1B7C79C453FD}" destId="{C3773B92-0092-45B1-B458-F060B369B1F5}" srcOrd="1" destOrd="0" presId="urn:microsoft.com/office/officeart/2018/2/layout/IconVerticalSolidList"/>
    <dgm:cxn modelId="{5E66F25E-4AFE-4560-A7F4-60708F6AFC42}" type="presParOf" srcId="{92D80BB3-0CEA-4E65-9495-1B7C79C453FD}" destId="{39878AB1-D5BD-43F8-9577-E5AEA7AE29E2}" srcOrd="2" destOrd="0" presId="urn:microsoft.com/office/officeart/2018/2/layout/IconVerticalSolidList"/>
    <dgm:cxn modelId="{2DDEFBC9-94E2-4133-8F05-620F07683E78}" type="presParOf" srcId="{92D80BB3-0CEA-4E65-9495-1B7C79C453FD}" destId="{1D036A8A-922D-45E1-BB75-BC5D0519413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40A6770-9E0C-4AFC-8962-504F8FB125A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73C5F51-5D90-4431-997A-E946B6C35661}">
      <dgm:prSet/>
      <dgm:spPr/>
      <dgm:t>
        <a:bodyPr/>
        <a:lstStyle/>
        <a:p>
          <a:r>
            <a:rPr lang="en-US"/>
            <a:t>Defines access control for each module</a:t>
          </a:r>
        </a:p>
      </dgm:t>
    </dgm:pt>
    <dgm:pt modelId="{4EAA34DC-218D-4156-8B5E-88B93300307D}" type="parTrans" cxnId="{14C2BCBB-44BC-4F11-B28A-40FC0D80EDA8}">
      <dgm:prSet/>
      <dgm:spPr/>
      <dgm:t>
        <a:bodyPr/>
        <a:lstStyle/>
        <a:p>
          <a:endParaRPr lang="en-US"/>
        </a:p>
      </dgm:t>
    </dgm:pt>
    <dgm:pt modelId="{D8CE9704-F8CD-4159-A7F2-AE7C9A82D635}" type="sibTrans" cxnId="{14C2BCBB-44BC-4F11-B28A-40FC0D80EDA8}">
      <dgm:prSet/>
      <dgm:spPr/>
      <dgm:t>
        <a:bodyPr/>
        <a:lstStyle/>
        <a:p>
          <a:endParaRPr lang="en-US"/>
        </a:p>
      </dgm:t>
    </dgm:pt>
    <dgm:pt modelId="{18EBCD1A-248A-4897-9136-9CD21BE53C9E}">
      <dgm:prSet/>
      <dgm:spPr/>
      <dgm:t>
        <a:bodyPr/>
        <a:lstStyle/>
        <a:p>
          <a:r>
            <a:rPr lang="en-US"/>
            <a:t>Stores per-module permissions (CRUD)</a:t>
          </a:r>
        </a:p>
      </dgm:t>
    </dgm:pt>
    <dgm:pt modelId="{DFE88F03-6EEF-42BE-9C6E-014E67D7CBDD}" type="parTrans" cxnId="{12FAF8B9-D2B6-44F7-B664-333849DFC914}">
      <dgm:prSet/>
      <dgm:spPr/>
      <dgm:t>
        <a:bodyPr/>
        <a:lstStyle/>
        <a:p>
          <a:endParaRPr lang="en-US"/>
        </a:p>
      </dgm:t>
    </dgm:pt>
    <dgm:pt modelId="{9706F5CC-EA84-4CA6-899A-6173A2895718}" type="sibTrans" cxnId="{12FAF8B9-D2B6-44F7-B664-333849DFC914}">
      <dgm:prSet/>
      <dgm:spPr/>
      <dgm:t>
        <a:bodyPr/>
        <a:lstStyle/>
        <a:p>
          <a:endParaRPr lang="en-US"/>
        </a:p>
      </dgm:t>
    </dgm:pt>
    <dgm:pt modelId="{BD77EF91-1A62-44B1-BB46-D2513FBFE9BC}">
      <dgm:prSet/>
      <dgm:spPr/>
      <dgm:t>
        <a:bodyPr/>
        <a:lstStyle/>
        <a:p>
          <a:r>
            <a:rPr lang="en-US"/>
            <a:t>Controls what actions users can perform</a:t>
          </a:r>
        </a:p>
      </dgm:t>
    </dgm:pt>
    <dgm:pt modelId="{659D0434-7F49-4994-A0B2-E2EFCB43B1FF}" type="parTrans" cxnId="{362D5BC4-9EDF-4165-B1CF-2E4B2AAC924D}">
      <dgm:prSet/>
      <dgm:spPr/>
      <dgm:t>
        <a:bodyPr/>
        <a:lstStyle/>
        <a:p>
          <a:endParaRPr lang="en-US"/>
        </a:p>
      </dgm:t>
    </dgm:pt>
    <dgm:pt modelId="{01010E5A-15CB-4621-BE15-D2638E11B443}" type="sibTrans" cxnId="{362D5BC4-9EDF-4165-B1CF-2E4B2AAC924D}">
      <dgm:prSet/>
      <dgm:spPr/>
      <dgm:t>
        <a:bodyPr/>
        <a:lstStyle/>
        <a:p>
          <a:endParaRPr lang="en-US"/>
        </a:p>
      </dgm:t>
    </dgm:pt>
    <dgm:pt modelId="{F3499A80-289B-4133-9807-286CCA83EBE8}">
      <dgm:prSet/>
      <dgm:spPr/>
      <dgm:t>
        <a:bodyPr/>
        <a:lstStyle/>
        <a:p>
          <a:r>
            <a:rPr lang="en-US"/>
            <a:t>Privileges stored as flexible JSON</a:t>
          </a:r>
        </a:p>
      </dgm:t>
    </dgm:pt>
    <dgm:pt modelId="{910F41C2-5657-4A3B-9A51-B86A51A1B118}" type="parTrans" cxnId="{9A69EEC4-B70F-4BA2-A104-C72ACBA31E3A}">
      <dgm:prSet/>
      <dgm:spPr/>
      <dgm:t>
        <a:bodyPr/>
        <a:lstStyle/>
        <a:p>
          <a:endParaRPr lang="en-US"/>
        </a:p>
      </dgm:t>
    </dgm:pt>
    <dgm:pt modelId="{537CF97E-A365-4E50-BCCF-76B940B5E1B7}" type="sibTrans" cxnId="{9A69EEC4-B70F-4BA2-A104-C72ACBA31E3A}">
      <dgm:prSet/>
      <dgm:spPr/>
      <dgm:t>
        <a:bodyPr/>
        <a:lstStyle/>
        <a:p>
          <a:endParaRPr lang="en-US"/>
        </a:p>
      </dgm:t>
    </dgm:pt>
    <dgm:pt modelId="{EA58192F-750B-46D9-8D8F-9AE054427E76}">
      <dgm:prSet/>
      <dgm:spPr/>
      <dgm:t>
        <a:bodyPr/>
        <a:lstStyle/>
        <a:p>
          <a:r>
            <a:rPr lang="en-US"/>
            <a:t>Used by API &amp; UI to enforce permissions</a:t>
          </a:r>
        </a:p>
      </dgm:t>
    </dgm:pt>
    <dgm:pt modelId="{11C9F735-364E-4F15-AC82-420352D828B6}" type="parTrans" cxnId="{10E538B9-DD0D-4D5C-BEC8-F9E3218E7094}">
      <dgm:prSet/>
      <dgm:spPr/>
      <dgm:t>
        <a:bodyPr/>
        <a:lstStyle/>
        <a:p>
          <a:endParaRPr lang="en-US"/>
        </a:p>
      </dgm:t>
    </dgm:pt>
    <dgm:pt modelId="{20703625-A670-40E8-A8AC-A9C994A8A42E}" type="sibTrans" cxnId="{10E538B9-DD0D-4D5C-BEC8-F9E3218E7094}">
      <dgm:prSet/>
      <dgm:spPr/>
      <dgm:t>
        <a:bodyPr/>
        <a:lstStyle/>
        <a:p>
          <a:endParaRPr lang="en-US"/>
        </a:p>
      </dgm:t>
    </dgm:pt>
    <dgm:pt modelId="{B4C791DE-F46B-4162-A654-1B6361592103}">
      <dgm:prSet/>
      <dgm:spPr/>
      <dgm:t>
        <a:bodyPr/>
        <a:lstStyle/>
        <a:p>
          <a:r>
            <a:rPr lang="en-US"/>
            <a:t>Connects users → roles → allowed operations</a:t>
          </a:r>
        </a:p>
      </dgm:t>
    </dgm:pt>
    <dgm:pt modelId="{7CDDE019-5BE6-4434-A466-3EA44A4E85C7}" type="parTrans" cxnId="{5AA39E27-5167-4831-8985-650AD88378BF}">
      <dgm:prSet/>
      <dgm:spPr/>
      <dgm:t>
        <a:bodyPr/>
        <a:lstStyle/>
        <a:p>
          <a:endParaRPr lang="en-US"/>
        </a:p>
      </dgm:t>
    </dgm:pt>
    <dgm:pt modelId="{C195C674-9354-42D4-B793-42644AD3300B}" type="sibTrans" cxnId="{5AA39E27-5167-4831-8985-650AD88378BF}">
      <dgm:prSet/>
      <dgm:spPr/>
      <dgm:t>
        <a:bodyPr/>
        <a:lstStyle/>
        <a:p>
          <a:endParaRPr lang="en-US"/>
        </a:p>
      </dgm:t>
    </dgm:pt>
    <dgm:pt modelId="{5A65C587-315D-496F-9E07-1B31CCE9D6CB}" type="pres">
      <dgm:prSet presAssocID="{E40A6770-9E0C-4AFC-8962-504F8FB125AF}" presName="root" presStyleCnt="0">
        <dgm:presLayoutVars>
          <dgm:dir/>
          <dgm:resizeHandles val="exact"/>
        </dgm:presLayoutVars>
      </dgm:prSet>
      <dgm:spPr/>
    </dgm:pt>
    <dgm:pt modelId="{4C9D37AC-4943-4B76-A3D6-85023EBD33CA}" type="pres">
      <dgm:prSet presAssocID="{E73C5F51-5D90-4431-997A-E946B6C35661}" presName="compNode" presStyleCnt="0"/>
      <dgm:spPr/>
    </dgm:pt>
    <dgm:pt modelId="{A24F2875-B1CB-4C54-9064-9920A5740ABB}" type="pres">
      <dgm:prSet presAssocID="{E73C5F51-5D90-4431-997A-E946B6C35661}" presName="bgRect" presStyleLbl="bgShp" presStyleIdx="0" presStyleCnt="6"/>
      <dgm:spPr/>
    </dgm:pt>
    <dgm:pt modelId="{6893E093-A6B4-4B3E-8EFD-FD62FDD49AA0}" type="pres">
      <dgm:prSet presAssocID="{E73C5F51-5D90-4431-997A-E946B6C35661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4FF7A47-4075-4F78-B0E7-6B8BC55E112A}" type="pres">
      <dgm:prSet presAssocID="{E73C5F51-5D90-4431-997A-E946B6C35661}" presName="spaceRect" presStyleCnt="0"/>
      <dgm:spPr/>
    </dgm:pt>
    <dgm:pt modelId="{C3B85B02-449E-4AFF-A201-7DC280C90442}" type="pres">
      <dgm:prSet presAssocID="{E73C5F51-5D90-4431-997A-E946B6C35661}" presName="parTx" presStyleLbl="revTx" presStyleIdx="0" presStyleCnt="6">
        <dgm:presLayoutVars>
          <dgm:chMax val="0"/>
          <dgm:chPref val="0"/>
        </dgm:presLayoutVars>
      </dgm:prSet>
      <dgm:spPr/>
    </dgm:pt>
    <dgm:pt modelId="{3CCDDB35-F375-49A4-8C53-8E948C93FD43}" type="pres">
      <dgm:prSet presAssocID="{D8CE9704-F8CD-4159-A7F2-AE7C9A82D635}" presName="sibTrans" presStyleCnt="0"/>
      <dgm:spPr/>
    </dgm:pt>
    <dgm:pt modelId="{83110AC2-2E3D-497B-835D-A49FB3B0212E}" type="pres">
      <dgm:prSet presAssocID="{18EBCD1A-248A-4897-9136-9CD21BE53C9E}" presName="compNode" presStyleCnt="0"/>
      <dgm:spPr/>
    </dgm:pt>
    <dgm:pt modelId="{CAEF7F2C-FAB5-4B5F-B912-12B51A7CB55F}" type="pres">
      <dgm:prSet presAssocID="{18EBCD1A-248A-4897-9136-9CD21BE53C9E}" presName="bgRect" presStyleLbl="bgShp" presStyleIdx="1" presStyleCnt="6"/>
      <dgm:spPr/>
    </dgm:pt>
    <dgm:pt modelId="{B3BF3A19-B4EE-426C-87AA-D467AC5461AB}" type="pres">
      <dgm:prSet presAssocID="{18EBCD1A-248A-4897-9136-9CD21BE53C9E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11B84933-C4F6-4915-BFD0-02B78645A575}" type="pres">
      <dgm:prSet presAssocID="{18EBCD1A-248A-4897-9136-9CD21BE53C9E}" presName="spaceRect" presStyleCnt="0"/>
      <dgm:spPr/>
    </dgm:pt>
    <dgm:pt modelId="{43E525E8-818E-4EBE-B917-8BBAB1ED4A74}" type="pres">
      <dgm:prSet presAssocID="{18EBCD1A-248A-4897-9136-9CD21BE53C9E}" presName="parTx" presStyleLbl="revTx" presStyleIdx="1" presStyleCnt="6">
        <dgm:presLayoutVars>
          <dgm:chMax val="0"/>
          <dgm:chPref val="0"/>
        </dgm:presLayoutVars>
      </dgm:prSet>
      <dgm:spPr/>
    </dgm:pt>
    <dgm:pt modelId="{C16CEADE-0500-4594-8CC8-9DB8B0AF47AC}" type="pres">
      <dgm:prSet presAssocID="{9706F5CC-EA84-4CA6-899A-6173A2895718}" presName="sibTrans" presStyleCnt="0"/>
      <dgm:spPr/>
    </dgm:pt>
    <dgm:pt modelId="{7C4DB7FE-04F3-432F-8FF3-841A34FFF47A}" type="pres">
      <dgm:prSet presAssocID="{BD77EF91-1A62-44B1-BB46-D2513FBFE9BC}" presName="compNode" presStyleCnt="0"/>
      <dgm:spPr/>
    </dgm:pt>
    <dgm:pt modelId="{0595B5CE-842C-45A9-9E92-EC8BC9D93189}" type="pres">
      <dgm:prSet presAssocID="{BD77EF91-1A62-44B1-BB46-D2513FBFE9BC}" presName="bgRect" presStyleLbl="bgShp" presStyleIdx="2" presStyleCnt="6"/>
      <dgm:spPr/>
    </dgm:pt>
    <dgm:pt modelId="{DFD1D198-8A4B-4C02-9F6F-70A0F59EBB58}" type="pres">
      <dgm:prSet presAssocID="{BD77EF91-1A62-44B1-BB46-D2513FBFE9BC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74AF18E5-9417-46F6-BBFC-CA43397D840A}" type="pres">
      <dgm:prSet presAssocID="{BD77EF91-1A62-44B1-BB46-D2513FBFE9BC}" presName="spaceRect" presStyleCnt="0"/>
      <dgm:spPr/>
    </dgm:pt>
    <dgm:pt modelId="{8A0A2CD5-E97B-48BB-9207-2AC3D9AEF79F}" type="pres">
      <dgm:prSet presAssocID="{BD77EF91-1A62-44B1-BB46-D2513FBFE9BC}" presName="parTx" presStyleLbl="revTx" presStyleIdx="2" presStyleCnt="6">
        <dgm:presLayoutVars>
          <dgm:chMax val="0"/>
          <dgm:chPref val="0"/>
        </dgm:presLayoutVars>
      </dgm:prSet>
      <dgm:spPr/>
    </dgm:pt>
    <dgm:pt modelId="{BC780C6B-6B23-4ABE-9C1B-DC00C6C2D577}" type="pres">
      <dgm:prSet presAssocID="{01010E5A-15CB-4621-BE15-D2638E11B443}" presName="sibTrans" presStyleCnt="0"/>
      <dgm:spPr/>
    </dgm:pt>
    <dgm:pt modelId="{FE77812D-22F7-456D-87C1-E34B69ACE66F}" type="pres">
      <dgm:prSet presAssocID="{F3499A80-289B-4133-9807-286CCA83EBE8}" presName="compNode" presStyleCnt="0"/>
      <dgm:spPr/>
    </dgm:pt>
    <dgm:pt modelId="{182599BA-EFEF-4096-B559-9E8E88B5D613}" type="pres">
      <dgm:prSet presAssocID="{F3499A80-289B-4133-9807-286CCA83EBE8}" presName="bgRect" presStyleLbl="bgShp" presStyleIdx="3" presStyleCnt="6"/>
      <dgm:spPr/>
    </dgm:pt>
    <dgm:pt modelId="{4FF51F7E-4DBF-45BD-B5B1-38972E14B86E}" type="pres">
      <dgm:prSet presAssocID="{F3499A80-289B-4133-9807-286CCA83EBE8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67B859D0-D26D-4935-A25D-7341DFC7DF27}" type="pres">
      <dgm:prSet presAssocID="{F3499A80-289B-4133-9807-286CCA83EBE8}" presName="spaceRect" presStyleCnt="0"/>
      <dgm:spPr/>
    </dgm:pt>
    <dgm:pt modelId="{B5B31EFA-11D8-432D-A483-0E1CAA3E8134}" type="pres">
      <dgm:prSet presAssocID="{F3499A80-289B-4133-9807-286CCA83EBE8}" presName="parTx" presStyleLbl="revTx" presStyleIdx="3" presStyleCnt="6">
        <dgm:presLayoutVars>
          <dgm:chMax val="0"/>
          <dgm:chPref val="0"/>
        </dgm:presLayoutVars>
      </dgm:prSet>
      <dgm:spPr/>
    </dgm:pt>
    <dgm:pt modelId="{E4D01DD6-8E31-492D-81BC-18D205EEC1A2}" type="pres">
      <dgm:prSet presAssocID="{537CF97E-A365-4E50-BCCF-76B940B5E1B7}" presName="sibTrans" presStyleCnt="0"/>
      <dgm:spPr/>
    </dgm:pt>
    <dgm:pt modelId="{9D43A56A-8B47-4575-BD92-228CA94E63DA}" type="pres">
      <dgm:prSet presAssocID="{EA58192F-750B-46D9-8D8F-9AE054427E76}" presName="compNode" presStyleCnt="0"/>
      <dgm:spPr/>
    </dgm:pt>
    <dgm:pt modelId="{3719BBC1-E354-4D0B-9F73-B259165D323B}" type="pres">
      <dgm:prSet presAssocID="{EA58192F-750B-46D9-8D8F-9AE054427E76}" presName="bgRect" presStyleLbl="bgShp" presStyleIdx="4" presStyleCnt="6"/>
      <dgm:spPr/>
    </dgm:pt>
    <dgm:pt modelId="{6111CC58-43CF-44A5-B41A-81448C996CB5}" type="pres">
      <dgm:prSet presAssocID="{EA58192F-750B-46D9-8D8F-9AE054427E76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6312D9F2-DFC5-4FD5-8A72-C7697566FA31}" type="pres">
      <dgm:prSet presAssocID="{EA58192F-750B-46D9-8D8F-9AE054427E76}" presName="spaceRect" presStyleCnt="0"/>
      <dgm:spPr/>
    </dgm:pt>
    <dgm:pt modelId="{8402EE1D-749D-41F7-8E83-62288F9B429B}" type="pres">
      <dgm:prSet presAssocID="{EA58192F-750B-46D9-8D8F-9AE054427E76}" presName="parTx" presStyleLbl="revTx" presStyleIdx="4" presStyleCnt="6">
        <dgm:presLayoutVars>
          <dgm:chMax val="0"/>
          <dgm:chPref val="0"/>
        </dgm:presLayoutVars>
      </dgm:prSet>
      <dgm:spPr/>
    </dgm:pt>
    <dgm:pt modelId="{A688ED4C-B155-4D8D-A5F1-B290A0B3109E}" type="pres">
      <dgm:prSet presAssocID="{20703625-A670-40E8-A8AC-A9C994A8A42E}" presName="sibTrans" presStyleCnt="0"/>
      <dgm:spPr/>
    </dgm:pt>
    <dgm:pt modelId="{E56986FA-9697-4DCB-A317-D21B422DD362}" type="pres">
      <dgm:prSet presAssocID="{B4C791DE-F46B-4162-A654-1B6361592103}" presName="compNode" presStyleCnt="0"/>
      <dgm:spPr/>
    </dgm:pt>
    <dgm:pt modelId="{46B4E860-EEFA-4DD7-9FFA-1E583B4B48B6}" type="pres">
      <dgm:prSet presAssocID="{B4C791DE-F46B-4162-A654-1B6361592103}" presName="bgRect" presStyleLbl="bgShp" presStyleIdx="5" presStyleCnt="6"/>
      <dgm:spPr/>
    </dgm:pt>
    <dgm:pt modelId="{1FE9BF1F-0451-4DF5-BEBC-53618CB8F75B}" type="pres">
      <dgm:prSet presAssocID="{B4C791DE-F46B-4162-A654-1B6361592103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3DCF2DCB-8A64-4AA5-B2A1-51DD2A30C7DD}" type="pres">
      <dgm:prSet presAssocID="{B4C791DE-F46B-4162-A654-1B6361592103}" presName="spaceRect" presStyleCnt="0"/>
      <dgm:spPr/>
    </dgm:pt>
    <dgm:pt modelId="{3070ECA0-67D3-46F4-80A0-87E5E8AED9E7}" type="pres">
      <dgm:prSet presAssocID="{B4C791DE-F46B-4162-A654-1B6361592103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2AC47311-D1B1-4E99-9E7C-F9F7A34BD5E2}" type="presOf" srcId="{F3499A80-289B-4133-9807-286CCA83EBE8}" destId="{B5B31EFA-11D8-432D-A483-0E1CAA3E8134}" srcOrd="0" destOrd="0" presId="urn:microsoft.com/office/officeart/2018/2/layout/IconVerticalSolidList"/>
    <dgm:cxn modelId="{5AA39E27-5167-4831-8985-650AD88378BF}" srcId="{E40A6770-9E0C-4AFC-8962-504F8FB125AF}" destId="{B4C791DE-F46B-4162-A654-1B6361592103}" srcOrd="5" destOrd="0" parTransId="{7CDDE019-5BE6-4434-A466-3EA44A4E85C7}" sibTransId="{C195C674-9354-42D4-B793-42644AD3300B}"/>
    <dgm:cxn modelId="{575FCE5D-52D3-4DEA-B37C-E08352BEF563}" type="presOf" srcId="{B4C791DE-F46B-4162-A654-1B6361592103}" destId="{3070ECA0-67D3-46F4-80A0-87E5E8AED9E7}" srcOrd="0" destOrd="0" presId="urn:microsoft.com/office/officeart/2018/2/layout/IconVerticalSolidList"/>
    <dgm:cxn modelId="{B9AEEF4C-482A-4C74-A6D1-E31C87A26813}" type="presOf" srcId="{E40A6770-9E0C-4AFC-8962-504F8FB125AF}" destId="{5A65C587-315D-496F-9E07-1B31CCE9D6CB}" srcOrd="0" destOrd="0" presId="urn:microsoft.com/office/officeart/2018/2/layout/IconVerticalSolidList"/>
    <dgm:cxn modelId="{62069070-2E28-4F11-8736-74C78CD618F4}" type="presOf" srcId="{EA58192F-750B-46D9-8D8F-9AE054427E76}" destId="{8402EE1D-749D-41F7-8E83-62288F9B429B}" srcOrd="0" destOrd="0" presId="urn:microsoft.com/office/officeart/2018/2/layout/IconVerticalSolidList"/>
    <dgm:cxn modelId="{348ACF7F-8525-41FC-8218-520BCCAEC979}" type="presOf" srcId="{BD77EF91-1A62-44B1-BB46-D2513FBFE9BC}" destId="{8A0A2CD5-E97B-48BB-9207-2AC3D9AEF79F}" srcOrd="0" destOrd="0" presId="urn:microsoft.com/office/officeart/2018/2/layout/IconVerticalSolidList"/>
    <dgm:cxn modelId="{B3FD1CAA-0E1C-4EBD-A31C-6E36BAD5FE78}" type="presOf" srcId="{18EBCD1A-248A-4897-9136-9CD21BE53C9E}" destId="{43E525E8-818E-4EBE-B917-8BBAB1ED4A74}" srcOrd="0" destOrd="0" presId="urn:microsoft.com/office/officeart/2018/2/layout/IconVerticalSolidList"/>
    <dgm:cxn modelId="{10E538B9-DD0D-4D5C-BEC8-F9E3218E7094}" srcId="{E40A6770-9E0C-4AFC-8962-504F8FB125AF}" destId="{EA58192F-750B-46D9-8D8F-9AE054427E76}" srcOrd="4" destOrd="0" parTransId="{11C9F735-364E-4F15-AC82-420352D828B6}" sibTransId="{20703625-A670-40E8-A8AC-A9C994A8A42E}"/>
    <dgm:cxn modelId="{12FAF8B9-D2B6-44F7-B664-333849DFC914}" srcId="{E40A6770-9E0C-4AFC-8962-504F8FB125AF}" destId="{18EBCD1A-248A-4897-9136-9CD21BE53C9E}" srcOrd="1" destOrd="0" parTransId="{DFE88F03-6EEF-42BE-9C6E-014E67D7CBDD}" sibTransId="{9706F5CC-EA84-4CA6-899A-6173A2895718}"/>
    <dgm:cxn modelId="{14C2BCBB-44BC-4F11-B28A-40FC0D80EDA8}" srcId="{E40A6770-9E0C-4AFC-8962-504F8FB125AF}" destId="{E73C5F51-5D90-4431-997A-E946B6C35661}" srcOrd="0" destOrd="0" parTransId="{4EAA34DC-218D-4156-8B5E-88B93300307D}" sibTransId="{D8CE9704-F8CD-4159-A7F2-AE7C9A82D635}"/>
    <dgm:cxn modelId="{362D5BC4-9EDF-4165-B1CF-2E4B2AAC924D}" srcId="{E40A6770-9E0C-4AFC-8962-504F8FB125AF}" destId="{BD77EF91-1A62-44B1-BB46-D2513FBFE9BC}" srcOrd="2" destOrd="0" parTransId="{659D0434-7F49-4994-A0B2-E2EFCB43B1FF}" sibTransId="{01010E5A-15CB-4621-BE15-D2638E11B443}"/>
    <dgm:cxn modelId="{9A69EEC4-B70F-4BA2-A104-C72ACBA31E3A}" srcId="{E40A6770-9E0C-4AFC-8962-504F8FB125AF}" destId="{F3499A80-289B-4133-9807-286CCA83EBE8}" srcOrd="3" destOrd="0" parTransId="{910F41C2-5657-4A3B-9A51-B86A51A1B118}" sibTransId="{537CF97E-A365-4E50-BCCF-76B940B5E1B7}"/>
    <dgm:cxn modelId="{C50187CF-1E4B-4B73-B764-2C2F80CB33C4}" type="presOf" srcId="{E73C5F51-5D90-4431-997A-E946B6C35661}" destId="{C3B85B02-449E-4AFF-A201-7DC280C90442}" srcOrd="0" destOrd="0" presId="urn:microsoft.com/office/officeart/2018/2/layout/IconVerticalSolidList"/>
    <dgm:cxn modelId="{156B0D40-E39F-4055-B137-9D6D4A68E9D7}" type="presParOf" srcId="{5A65C587-315D-496F-9E07-1B31CCE9D6CB}" destId="{4C9D37AC-4943-4B76-A3D6-85023EBD33CA}" srcOrd="0" destOrd="0" presId="urn:microsoft.com/office/officeart/2018/2/layout/IconVerticalSolidList"/>
    <dgm:cxn modelId="{AA3D4B53-B819-4760-821B-A5AB95EFA5CB}" type="presParOf" srcId="{4C9D37AC-4943-4B76-A3D6-85023EBD33CA}" destId="{A24F2875-B1CB-4C54-9064-9920A5740ABB}" srcOrd="0" destOrd="0" presId="urn:microsoft.com/office/officeart/2018/2/layout/IconVerticalSolidList"/>
    <dgm:cxn modelId="{DD07FCE9-E478-45CA-B24B-1221D59909A0}" type="presParOf" srcId="{4C9D37AC-4943-4B76-A3D6-85023EBD33CA}" destId="{6893E093-A6B4-4B3E-8EFD-FD62FDD49AA0}" srcOrd="1" destOrd="0" presId="urn:microsoft.com/office/officeart/2018/2/layout/IconVerticalSolidList"/>
    <dgm:cxn modelId="{B295691E-D1FE-4DAC-852E-C3487D55A3DA}" type="presParOf" srcId="{4C9D37AC-4943-4B76-A3D6-85023EBD33CA}" destId="{E4FF7A47-4075-4F78-B0E7-6B8BC55E112A}" srcOrd="2" destOrd="0" presId="urn:microsoft.com/office/officeart/2018/2/layout/IconVerticalSolidList"/>
    <dgm:cxn modelId="{D2579DF0-F0C3-4CF2-A93E-226A04DD9FD2}" type="presParOf" srcId="{4C9D37AC-4943-4B76-A3D6-85023EBD33CA}" destId="{C3B85B02-449E-4AFF-A201-7DC280C90442}" srcOrd="3" destOrd="0" presId="urn:microsoft.com/office/officeart/2018/2/layout/IconVerticalSolidList"/>
    <dgm:cxn modelId="{28481C72-800B-4767-8E41-7CA670C78CFF}" type="presParOf" srcId="{5A65C587-315D-496F-9E07-1B31CCE9D6CB}" destId="{3CCDDB35-F375-49A4-8C53-8E948C93FD43}" srcOrd="1" destOrd="0" presId="urn:microsoft.com/office/officeart/2018/2/layout/IconVerticalSolidList"/>
    <dgm:cxn modelId="{482B2A91-462F-4619-B358-460E35006176}" type="presParOf" srcId="{5A65C587-315D-496F-9E07-1B31CCE9D6CB}" destId="{83110AC2-2E3D-497B-835D-A49FB3B0212E}" srcOrd="2" destOrd="0" presId="urn:microsoft.com/office/officeart/2018/2/layout/IconVerticalSolidList"/>
    <dgm:cxn modelId="{714BF3EB-AB29-4601-B866-266F921416F2}" type="presParOf" srcId="{83110AC2-2E3D-497B-835D-A49FB3B0212E}" destId="{CAEF7F2C-FAB5-4B5F-B912-12B51A7CB55F}" srcOrd="0" destOrd="0" presId="urn:microsoft.com/office/officeart/2018/2/layout/IconVerticalSolidList"/>
    <dgm:cxn modelId="{FE7B4170-B735-432E-B85D-8AB6631942C3}" type="presParOf" srcId="{83110AC2-2E3D-497B-835D-A49FB3B0212E}" destId="{B3BF3A19-B4EE-426C-87AA-D467AC5461AB}" srcOrd="1" destOrd="0" presId="urn:microsoft.com/office/officeart/2018/2/layout/IconVerticalSolidList"/>
    <dgm:cxn modelId="{46166B61-0824-438A-B38A-BB9B6871D5A8}" type="presParOf" srcId="{83110AC2-2E3D-497B-835D-A49FB3B0212E}" destId="{11B84933-C4F6-4915-BFD0-02B78645A575}" srcOrd="2" destOrd="0" presId="urn:microsoft.com/office/officeart/2018/2/layout/IconVerticalSolidList"/>
    <dgm:cxn modelId="{3BA5530C-77E9-463C-A8D3-8C777ADD0C87}" type="presParOf" srcId="{83110AC2-2E3D-497B-835D-A49FB3B0212E}" destId="{43E525E8-818E-4EBE-B917-8BBAB1ED4A74}" srcOrd="3" destOrd="0" presId="urn:microsoft.com/office/officeart/2018/2/layout/IconVerticalSolidList"/>
    <dgm:cxn modelId="{33D879A9-AC74-456D-98F7-495F934EC92F}" type="presParOf" srcId="{5A65C587-315D-496F-9E07-1B31CCE9D6CB}" destId="{C16CEADE-0500-4594-8CC8-9DB8B0AF47AC}" srcOrd="3" destOrd="0" presId="urn:microsoft.com/office/officeart/2018/2/layout/IconVerticalSolidList"/>
    <dgm:cxn modelId="{9660AAD0-022C-4303-8E2A-0320904EE00E}" type="presParOf" srcId="{5A65C587-315D-496F-9E07-1B31CCE9D6CB}" destId="{7C4DB7FE-04F3-432F-8FF3-841A34FFF47A}" srcOrd="4" destOrd="0" presId="urn:microsoft.com/office/officeart/2018/2/layout/IconVerticalSolidList"/>
    <dgm:cxn modelId="{32C3D406-271E-4D78-BD4D-306E4EB30CDF}" type="presParOf" srcId="{7C4DB7FE-04F3-432F-8FF3-841A34FFF47A}" destId="{0595B5CE-842C-45A9-9E92-EC8BC9D93189}" srcOrd="0" destOrd="0" presId="urn:microsoft.com/office/officeart/2018/2/layout/IconVerticalSolidList"/>
    <dgm:cxn modelId="{01A03140-DA62-4A41-8B7D-CD5C497AE462}" type="presParOf" srcId="{7C4DB7FE-04F3-432F-8FF3-841A34FFF47A}" destId="{DFD1D198-8A4B-4C02-9F6F-70A0F59EBB58}" srcOrd="1" destOrd="0" presId="urn:microsoft.com/office/officeart/2018/2/layout/IconVerticalSolidList"/>
    <dgm:cxn modelId="{321FDC21-95F2-433E-9648-CE59959962CB}" type="presParOf" srcId="{7C4DB7FE-04F3-432F-8FF3-841A34FFF47A}" destId="{74AF18E5-9417-46F6-BBFC-CA43397D840A}" srcOrd="2" destOrd="0" presId="urn:microsoft.com/office/officeart/2018/2/layout/IconVerticalSolidList"/>
    <dgm:cxn modelId="{BD0EC646-8954-46D9-8DDC-EE2A635AF821}" type="presParOf" srcId="{7C4DB7FE-04F3-432F-8FF3-841A34FFF47A}" destId="{8A0A2CD5-E97B-48BB-9207-2AC3D9AEF79F}" srcOrd="3" destOrd="0" presId="urn:microsoft.com/office/officeart/2018/2/layout/IconVerticalSolidList"/>
    <dgm:cxn modelId="{33CD731E-69D5-4296-9589-41282EAFF9B3}" type="presParOf" srcId="{5A65C587-315D-496F-9E07-1B31CCE9D6CB}" destId="{BC780C6B-6B23-4ABE-9C1B-DC00C6C2D577}" srcOrd="5" destOrd="0" presId="urn:microsoft.com/office/officeart/2018/2/layout/IconVerticalSolidList"/>
    <dgm:cxn modelId="{1D30FEAD-FC0B-4EEB-95EF-798136BFAE1D}" type="presParOf" srcId="{5A65C587-315D-496F-9E07-1B31CCE9D6CB}" destId="{FE77812D-22F7-456D-87C1-E34B69ACE66F}" srcOrd="6" destOrd="0" presId="urn:microsoft.com/office/officeart/2018/2/layout/IconVerticalSolidList"/>
    <dgm:cxn modelId="{75B56B65-5F0D-49F2-AEAE-E29F82860D5A}" type="presParOf" srcId="{FE77812D-22F7-456D-87C1-E34B69ACE66F}" destId="{182599BA-EFEF-4096-B559-9E8E88B5D613}" srcOrd="0" destOrd="0" presId="urn:microsoft.com/office/officeart/2018/2/layout/IconVerticalSolidList"/>
    <dgm:cxn modelId="{E963CF05-13D5-4F69-B0BF-2C1FB7FD6A39}" type="presParOf" srcId="{FE77812D-22F7-456D-87C1-E34B69ACE66F}" destId="{4FF51F7E-4DBF-45BD-B5B1-38972E14B86E}" srcOrd="1" destOrd="0" presId="urn:microsoft.com/office/officeart/2018/2/layout/IconVerticalSolidList"/>
    <dgm:cxn modelId="{6E6B47EA-BA86-42D5-AFF8-D0950C0EF3B0}" type="presParOf" srcId="{FE77812D-22F7-456D-87C1-E34B69ACE66F}" destId="{67B859D0-D26D-4935-A25D-7341DFC7DF27}" srcOrd="2" destOrd="0" presId="urn:microsoft.com/office/officeart/2018/2/layout/IconVerticalSolidList"/>
    <dgm:cxn modelId="{EB7912C0-1CC6-4015-9B68-0F52F78CD6EF}" type="presParOf" srcId="{FE77812D-22F7-456D-87C1-E34B69ACE66F}" destId="{B5B31EFA-11D8-432D-A483-0E1CAA3E8134}" srcOrd="3" destOrd="0" presId="urn:microsoft.com/office/officeart/2018/2/layout/IconVerticalSolidList"/>
    <dgm:cxn modelId="{C0BB06C9-3F7A-4A26-9915-AC9EDDF74E64}" type="presParOf" srcId="{5A65C587-315D-496F-9E07-1B31CCE9D6CB}" destId="{E4D01DD6-8E31-492D-81BC-18D205EEC1A2}" srcOrd="7" destOrd="0" presId="urn:microsoft.com/office/officeart/2018/2/layout/IconVerticalSolidList"/>
    <dgm:cxn modelId="{949A885B-8566-49D2-91F1-7B667CCA21F5}" type="presParOf" srcId="{5A65C587-315D-496F-9E07-1B31CCE9D6CB}" destId="{9D43A56A-8B47-4575-BD92-228CA94E63DA}" srcOrd="8" destOrd="0" presId="urn:microsoft.com/office/officeart/2018/2/layout/IconVerticalSolidList"/>
    <dgm:cxn modelId="{04AD599D-7BF0-409F-B39C-02D1EAED79D3}" type="presParOf" srcId="{9D43A56A-8B47-4575-BD92-228CA94E63DA}" destId="{3719BBC1-E354-4D0B-9F73-B259165D323B}" srcOrd="0" destOrd="0" presId="urn:microsoft.com/office/officeart/2018/2/layout/IconVerticalSolidList"/>
    <dgm:cxn modelId="{937FA1AF-1FD9-4693-8BBA-C1409E1F0EEB}" type="presParOf" srcId="{9D43A56A-8B47-4575-BD92-228CA94E63DA}" destId="{6111CC58-43CF-44A5-B41A-81448C996CB5}" srcOrd="1" destOrd="0" presId="urn:microsoft.com/office/officeart/2018/2/layout/IconVerticalSolidList"/>
    <dgm:cxn modelId="{9C51B962-C72E-459A-BD95-4776D3D348F4}" type="presParOf" srcId="{9D43A56A-8B47-4575-BD92-228CA94E63DA}" destId="{6312D9F2-DFC5-4FD5-8A72-C7697566FA31}" srcOrd="2" destOrd="0" presId="urn:microsoft.com/office/officeart/2018/2/layout/IconVerticalSolidList"/>
    <dgm:cxn modelId="{E05507F5-592D-4FF5-8386-56DC4455F9E7}" type="presParOf" srcId="{9D43A56A-8B47-4575-BD92-228CA94E63DA}" destId="{8402EE1D-749D-41F7-8E83-62288F9B429B}" srcOrd="3" destOrd="0" presId="urn:microsoft.com/office/officeart/2018/2/layout/IconVerticalSolidList"/>
    <dgm:cxn modelId="{4E800038-0A93-4F4B-BFAD-4F8A26DB289F}" type="presParOf" srcId="{5A65C587-315D-496F-9E07-1B31CCE9D6CB}" destId="{A688ED4C-B155-4D8D-A5F1-B290A0B3109E}" srcOrd="9" destOrd="0" presId="urn:microsoft.com/office/officeart/2018/2/layout/IconVerticalSolidList"/>
    <dgm:cxn modelId="{7E0F1B3A-CCDE-4A66-BE0F-C0864B340DE9}" type="presParOf" srcId="{5A65C587-315D-496F-9E07-1B31CCE9D6CB}" destId="{E56986FA-9697-4DCB-A317-D21B422DD362}" srcOrd="10" destOrd="0" presId="urn:microsoft.com/office/officeart/2018/2/layout/IconVerticalSolidList"/>
    <dgm:cxn modelId="{4AF0626D-EBA7-4B0F-946F-F0538DDF76B8}" type="presParOf" srcId="{E56986FA-9697-4DCB-A317-D21B422DD362}" destId="{46B4E860-EEFA-4DD7-9FFA-1E583B4B48B6}" srcOrd="0" destOrd="0" presId="urn:microsoft.com/office/officeart/2018/2/layout/IconVerticalSolidList"/>
    <dgm:cxn modelId="{98C59CFA-9F4A-46AA-9DF3-D4BCD04C8432}" type="presParOf" srcId="{E56986FA-9697-4DCB-A317-D21B422DD362}" destId="{1FE9BF1F-0451-4DF5-BEBC-53618CB8F75B}" srcOrd="1" destOrd="0" presId="urn:microsoft.com/office/officeart/2018/2/layout/IconVerticalSolidList"/>
    <dgm:cxn modelId="{359BC07D-C8C6-4E33-9F0A-FFA908505D00}" type="presParOf" srcId="{E56986FA-9697-4DCB-A317-D21B422DD362}" destId="{3DCF2DCB-8A64-4AA5-B2A1-51DD2A30C7DD}" srcOrd="2" destOrd="0" presId="urn:microsoft.com/office/officeart/2018/2/layout/IconVerticalSolidList"/>
    <dgm:cxn modelId="{1AAA9912-CF04-4DBC-A2D9-1654EDAA2197}" type="presParOf" srcId="{E56986FA-9697-4DCB-A317-D21B422DD362}" destId="{3070ECA0-67D3-46F4-80A0-87E5E8AED9E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6A603CE-A84E-4A84-9C8F-82B15D3D986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45A329D-3FA9-4025-8335-9504652950F8}">
      <dgm:prSet/>
      <dgm:spPr/>
      <dgm:t>
        <a:bodyPr/>
        <a:lstStyle/>
        <a:p>
          <a:r>
            <a:rPr lang="en-US"/>
            <a:t>Auto-create tables</a:t>
          </a:r>
        </a:p>
      </dgm:t>
    </dgm:pt>
    <dgm:pt modelId="{B445E478-B690-4CB6-A325-2F0ED3663645}" type="parTrans" cxnId="{87EF8B66-7500-43CF-A6B0-1DAF1538B664}">
      <dgm:prSet/>
      <dgm:spPr/>
      <dgm:t>
        <a:bodyPr/>
        <a:lstStyle/>
        <a:p>
          <a:endParaRPr lang="en-US"/>
        </a:p>
      </dgm:t>
    </dgm:pt>
    <dgm:pt modelId="{693DE8E2-F8A8-464A-9361-3062DCAC3925}" type="sibTrans" cxnId="{87EF8B66-7500-43CF-A6B0-1DAF1538B664}">
      <dgm:prSet/>
      <dgm:spPr/>
      <dgm:t>
        <a:bodyPr/>
        <a:lstStyle/>
        <a:p>
          <a:endParaRPr lang="en-US"/>
        </a:p>
      </dgm:t>
    </dgm:pt>
    <dgm:pt modelId="{3D750C62-3D20-4743-8553-DEDA32A20AA2}">
      <dgm:prSet/>
      <dgm:spPr/>
      <dgm:t>
        <a:bodyPr/>
        <a:lstStyle/>
        <a:p>
          <a:r>
            <a:rPr lang="en-US"/>
            <a:t>Update old DB columns if missing</a:t>
          </a:r>
        </a:p>
      </dgm:t>
    </dgm:pt>
    <dgm:pt modelId="{3C154A51-3DEF-4FC9-B4B7-764B55303CBB}" type="parTrans" cxnId="{60C25EE5-7DC5-4C17-9660-7CA5B2FE8A9B}">
      <dgm:prSet/>
      <dgm:spPr/>
      <dgm:t>
        <a:bodyPr/>
        <a:lstStyle/>
        <a:p>
          <a:endParaRPr lang="en-US"/>
        </a:p>
      </dgm:t>
    </dgm:pt>
    <dgm:pt modelId="{C339C468-05A1-40E9-81C2-29B83C7D7EE3}" type="sibTrans" cxnId="{60C25EE5-7DC5-4C17-9660-7CA5B2FE8A9B}">
      <dgm:prSet/>
      <dgm:spPr/>
      <dgm:t>
        <a:bodyPr/>
        <a:lstStyle/>
        <a:p>
          <a:endParaRPr lang="en-US"/>
        </a:p>
      </dgm:t>
    </dgm:pt>
    <dgm:pt modelId="{FF484A62-6728-417B-B9E0-C18FF3240E32}">
      <dgm:prSet/>
      <dgm:spPr/>
      <dgm:t>
        <a:bodyPr/>
        <a:lstStyle/>
        <a:p>
          <a:r>
            <a:rPr lang="en-US"/>
            <a:t>Seed default roles &amp; default users</a:t>
          </a:r>
        </a:p>
      </dgm:t>
    </dgm:pt>
    <dgm:pt modelId="{7D1F85D5-D950-49BA-82AA-103A98AE9D19}" type="parTrans" cxnId="{5568AC23-D100-4DA6-B145-6A7DC5731DDA}">
      <dgm:prSet/>
      <dgm:spPr/>
      <dgm:t>
        <a:bodyPr/>
        <a:lstStyle/>
        <a:p>
          <a:endParaRPr lang="en-US"/>
        </a:p>
      </dgm:t>
    </dgm:pt>
    <dgm:pt modelId="{01BC8300-0C2F-4278-AE6A-86746A29F9A0}" type="sibTrans" cxnId="{5568AC23-D100-4DA6-B145-6A7DC5731DDA}">
      <dgm:prSet/>
      <dgm:spPr/>
      <dgm:t>
        <a:bodyPr/>
        <a:lstStyle/>
        <a:p>
          <a:endParaRPr lang="en-US"/>
        </a:p>
      </dgm:t>
    </dgm:pt>
    <dgm:pt modelId="{346A093D-9ECF-4679-B057-8B7C07E86270}">
      <dgm:prSet/>
      <dgm:spPr/>
      <dgm:t>
        <a:bodyPr/>
        <a:lstStyle/>
        <a:p>
          <a:r>
            <a:rPr lang="en-US"/>
            <a:t>Predefined module list for privileges</a:t>
          </a:r>
        </a:p>
      </dgm:t>
    </dgm:pt>
    <dgm:pt modelId="{C1B4B2A2-F727-424D-92B1-80EC018F8884}" type="parTrans" cxnId="{3F059D3D-3BDD-4954-9974-4457FAEBE470}">
      <dgm:prSet/>
      <dgm:spPr/>
      <dgm:t>
        <a:bodyPr/>
        <a:lstStyle/>
        <a:p>
          <a:endParaRPr lang="en-US"/>
        </a:p>
      </dgm:t>
    </dgm:pt>
    <dgm:pt modelId="{4A33D1BC-C1DD-4C2A-8016-1AE669452CF3}" type="sibTrans" cxnId="{3F059D3D-3BDD-4954-9974-4457FAEBE470}">
      <dgm:prSet/>
      <dgm:spPr/>
      <dgm:t>
        <a:bodyPr/>
        <a:lstStyle/>
        <a:p>
          <a:endParaRPr lang="en-US"/>
        </a:p>
      </dgm:t>
    </dgm:pt>
    <dgm:pt modelId="{B1E4776C-FB7E-4CED-B703-44045DC1A502}" type="pres">
      <dgm:prSet presAssocID="{F6A603CE-A84E-4A84-9C8F-82B15D3D9863}" presName="root" presStyleCnt="0">
        <dgm:presLayoutVars>
          <dgm:dir/>
          <dgm:resizeHandles val="exact"/>
        </dgm:presLayoutVars>
      </dgm:prSet>
      <dgm:spPr/>
    </dgm:pt>
    <dgm:pt modelId="{BA6F2750-7193-4FC4-80A2-F6470BC1722F}" type="pres">
      <dgm:prSet presAssocID="{A45A329D-3FA9-4025-8335-9504652950F8}" presName="compNode" presStyleCnt="0"/>
      <dgm:spPr/>
    </dgm:pt>
    <dgm:pt modelId="{1E1A065F-FE1F-4027-ACDB-6E82A5613720}" type="pres">
      <dgm:prSet presAssocID="{A45A329D-3FA9-4025-8335-9504652950F8}" presName="bgRect" presStyleLbl="bgShp" presStyleIdx="0" presStyleCnt="4"/>
      <dgm:spPr/>
    </dgm:pt>
    <dgm:pt modelId="{55B40579-022C-40DE-9265-84F3849ECAAB}" type="pres">
      <dgm:prSet presAssocID="{A45A329D-3FA9-4025-8335-9504652950F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43332857-5872-468E-9C20-6C10AB4A339C}" type="pres">
      <dgm:prSet presAssocID="{A45A329D-3FA9-4025-8335-9504652950F8}" presName="spaceRect" presStyleCnt="0"/>
      <dgm:spPr/>
    </dgm:pt>
    <dgm:pt modelId="{10D4E230-1A0C-45B0-8DAC-C801FAAFE48E}" type="pres">
      <dgm:prSet presAssocID="{A45A329D-3FA9-4025-8335-9504652950F8}" presName="parTx" presStyleLbl="revTx" presStyleIdx="0" presStyleCnt="4">
        <dgm:presLayoutVars>
          <dgm:chMax val="0"/>
          <dgm:chPref val="0"/>
        </dgm:presLayoutVars>
      </dgm:prSet>
      <dgm:spPr/>
    </dgm:pt>
    <dgm:pt modelId="{E7272264-E6D1-4D8E-B058-8D55A8F2632C}" type="pres">
      <dgm:prSet presAssocID="{693DE8E2-F8A8-464A-9361-3062DCAC3925}" presName="sibTrans" presStyleCnt="0"/>
      <dgm:spPr/>
    </dgm:pt>
    <dgm:pt modelId="{34AA2638-4259-44F9-8908-02241676B7EF}" type="pres">
      <dgm:prSet presAssocID="{3D750C62-3D20-4743-8553-DEDA32A20AA2}" presName="compNode" presStyleCnt="0"/>
      <dgm:spPr/>
    </dgm:pt>
    <dgm:pt modelId="{61EE8945-EB07-4C18-AC13-641A4D80561D}" type="pres">
      <dgm:prSet presAssocID="{3D750C62-3D20-4743-8553-DEDA32A20AA2}" presName="bgRect" presStyleLbl="bgShp" presStyleIdx="1" presStyleCnt="4"/>
      <dgm:spPr/>
    </dgm:pt>
    <dgm:pt modelId="{D64C4D3A-9CC4-4439-92E3-D5971FE9C4A4}" type="pres">
      <dgm:prSet presAssocID="{3D750C62-3D20-4743-8553-DEDA32A20AA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C54D173-7A79-4798-B320-3391981F5C75}" type="pres">
      <dgm:prSet presAssocID="{3D750C62-3D20-4743-8553-DEDA32A20AA2}" presName="spaceRect" presStyleCnt="0"/>
      <dgm:spPr/>
    </dgm:pt>
    <dgm:pt modelId="{AAF5DB76-B3EB-4C6D-AAC2-29855B5A2AFE}" type="pres">
      <dgm:prSet presAssocID="{3D750C62-3D20-4743-8553-DEDA32A20AA2}" presName="parTx" presStyleLbl="revTx" presStyleIdx="1" presStyleCnt="4">
        <dgm:presLayoutVars>
          <dgm:chMax val="0"/>
          <dgm:chPref val="0"/>
        </dgm:presLayoutVars>
      </dgm:prSet>
      <dgm:spPr/>
    </dgm:pt>
    <dgm:pt modelId="{B1FFB0D5-518A-487E-B8F2-04F11E46C110}" type="pres">
      <dgm:prSet presAssocID="{C339C468-05A1-40E9-81C2-29B83C7D7EE3}" presName="sibTrans" presStyleCnt="0"/>
      <dgm:spPr/>
    </dgm:pt>
    <dgm:pt modelId="{219EA667-4436-40E9-8FF2-7CE278888E5C}" type="pres">
      <dgm:prSet presAssocID="{FF484A62-6728-417B-B9E0-C18FF3240E32}" presName="compNode" presStyleCnt="0"/>
      <dgm:spPr/>
    </dgm:pt>
    <dgm:pt modelId="{653135CB-1FE2-4C5A-92D7-B218155F18C5}" type="pres">
      <dgm:prSet presAssocID="{FF484A62-6728-417B-B9E0-C18FF3240E32}" presName="bgRect" presStyleLbl="bgShp" presStyleIdx="2" presStyleCnt="4"/>
      <dgm:spPr/>
    </dgm:pt>
    <dgm:pt modelId="{76DCD4E5-2671-4033-A838-1C66742DC591}" type="pres">
      <dgm:prSet presAssocID="{FF484A62-6728-417B-B9E0-C18FF3240E3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9ECA8684-2C6B-41F9-9E88-BC56F1EDA7E5}" type="pres">
      <dgm:prSet presAssocID="{FF484A62-6728-417B-B9E0-C18FF3240E32}" presName="spaceRect" presStyleCnt="0"/>
      <dgm:spPr/>
    </dgm:pt>
    <dgm:pt modelId="{99FB9479-0FE5-459B-9EE3-A5AB58E5ABBF}" type="pres">
      <dgm:prSet presAssocID="{FF484A62-6728-417B-B9E0-C18FF3240E32}" presName="parTx" presStyleLbl="revTx" presStyleIdx="2" presStyleCnt="4">
        <dgm:presLayoutVars>
          <dgm:chMax val="0"/>
          <dgm:chPref val="0"/>
        </dgm:presLayoutVars>
      </dgm:prSet>
      <dgm:spPr/>
    </dgm:pt>
    <dgm:pt modelId="{02270822-5F5C-4638-BA4A-9067E7F4040E}" type="pres">
      <dgm:prSet presAssocID="{01BC8300-0C2F-4278-AE6A-86746A29F9A0}" presName="sibTrans" presStyleCnt="0"/>
      <dgm:spPr/>
    </dgm:pt>
    <dgm:pt modelId="{621D6F5D-D64B-42E0-BAC7-721E9398CF3A}" type="pres">
      <dgm:prSet presAssocID="{346A093D-9ECF-4679-B057-8B7C07E86270}" presName="compNode" presStyleCnt="0"/>
      <dgm:spPr/>
    </dgm:pt>
    <dgm:pt modelId="{2CEFB809-3CB9-42FB-BEA3-5B38D83F6D8A}" type="pres">
      <dgm:prSet presAssocID="{346A093D-9ECF-4679-B057-8B7C07E86270}" presName="bgRect" presStyleLbl="bgShp" presStyleIdx="3" presStyleCnt="4"/>
      <dgm:spPr/>
    </dgm:pt>
    <dgm:pt modelId="{6F8F00AD-82B6-485C-B630-4FAF199A32EE}" type="pres">
      <dgm:prSet presAssocID="{346A093D-9ECF-4679-B057-8B7C07E8627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3D5B8AA1-11DD-4FFE-B174-848EDAA7A7E5}" type="pres">
      <dgm:prSet presAssocID="{346A093D-9ECF-4679-B057-8B7C07E86270}" presName="spaceRect" presStyleCnt="0"/>
      <dgm:spPr/>
    </dgm:pt>
    <dgm:pt modelId="{086B9D19-11AF-4169-934B-ED9E453C2ABE}" type="pres">
      <dgm:prSet presAssocID="{346A093D-9ECF-4679-B057-8B7C07E8627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568AC23-D100-4DA6-B145-6A7DC5731DDA}" srcId="{F6A603CE-A84E-4A84-9C8F-82B15D3D9863}" destId="{FF484A62-6728-417B-B9E0-C18FF3240E32}" srcOrd="2" destOrd="0" parTransId="{7D1F85D5-D950-49BA-82AA-103A98AE9D19}" sibTransId="{01BC8300-0C2F-4278-AE6A-86746A29F9A0}"/>
    <dgm:cxn modelId="{3F059D3D-3BDD-4954-9974-4457FAEBE470}" srcId="{F6A603CE-A84E-4A84-9C8F-82B15D3D9863}" destId="{346A093D-9ECF-4679-B057-8B7C07E86270}" srcOrd="3" destOrd="0" parTransId="{C1B4B2A2-F727-424D-92B1-80EC018F8884}" sibTransId="{4A33D1BC-C1DD-4C2A-8016-1AE669452CF3}"/>
    <dgm:cxn modelId="{73634264-DF3C-4320-9D9C-63801559438A}" type="presOf" srcId="{346A093D-9ECF-4679-B057-8B7C07E86270}" destId="{086B9D19-11AF-4169-934B-ED9E453C2ABE}" srcOrd="0" destOrd="0" presId="urn:microsoft.com/office/officeart/2018/2/layout/IconVerticalSolidList"/>
    <dgm:cxn modelId="{87EF8B66-7500-43CF-A6B0-1DAF1538B664}" srcId="{F6A603CE-A84E-4A84-9C8F-82B15D3D9863}" destId="{A45A329D-3FA9-4025-8335-9504652950F8}" srcOrd="0" destOrd="0" parTransId="{B445E478-B690-4CB6-A325-2F0ED3663645}" sibTransId="{693DE8E2-F8A8-464A-9361-3062DCAC3925}"/>
    <dgm:cxn modelId="{C9D3B44A-F19D-44A4-B23E-15ED298C9F8D}" type="presOf" srcId="{F6A603CE-A84E-4A84-9C8F-82B15D3D9863}" destId="{B1E4776C-FB7E-4CED-B703-44045DC1A502}" srcOrd="0" destOrd="0" presId="urn:microsoft.com/office/officeart/2018/2/layout/IconVerticalSolidList"/>
    <dgm:cxn modelId="{D3C9CF4C-0F33-4AC6-82C8-77C9FDE2230A}" type="presOf" srcId="{A45A329D-3FA9-4025-8335-9504652950F8}" destId="{10D4E230-1A0C-45B0-8DAC-C801FAAFE48E}" srcOrd="0" destOrd="0" presId="urn:microsoft.com/office/officeart/2018/2/layout/IconVerticalSolidList"/>
    <dgm:cxn modelId="{84084D7E-F42F-4831-8D6B-6B362D8D7320}" type="presOf" srcId="{FF484A62-6728-417B-B9E0-C18FF3240E32}" destId="{99FB9479-0FE5-459B-9EE3-A5AB58E5ABBF}" srcOrd="0" destOrd="0" presId="urn:microsoft.com/office/officeart/2018/2/layout/IconVerticalSolidList"/>
    <dgm:cxn modelId="{361E8989-7FF1-4D95-93E3-060B17BD65A6}" type="presOf" srcId="{3D750C62-3D20-4743-8553-DEDA32A20AA2}" destId="{AAF5DB76-B3EB-4C6D-AAC2-29855B5A2AFE}" srcOrd="0" destOrd="0" presId="urn:microsoft.com/office/officeart/2018/2/layout/IconVerticalSolidList"/>
    <dgm:cxn modelId="{60C25EE5-7DC5-4C17-9660-7CA5B2FE8A9B}" srcId="{F6A603CE-A84E-4A84-9C8F-82B15D3D9863}" destId="{3D750C62-3D20-4743-8553-DEDA32A20AA2}" srcOrd="1" destOrd="0" parTransId="{3C154A51-3DEF-4FC9-B4B7-764B55303CBB}" sibTransId="{C339C468-05A1-40E9-81C2-29B83C7D7EE3}"/>
    <dgm:cxn modelId="{C3313EF7-C12D-4B7E-9DAF-0BD0B8945B74}" type="presParOf" srcId="{B1E4776C-FB7E-4CED-B703-44045DC1A502}" destId="{BA6F2750-7193-4FC4-80A2-F6470BC1722F}" srcOrd="0" destOrd="0" presId="urn:microsoft.com/office/officeart/2018/2/layout/IconVerticalSolidList"/>
    <dgm:cxn modelId="{25A62499-338E-4326-AE6D-1073276F25F0}" type="presParOf" srcId="{BA6F2750-7193-4FC4-80A2-F6470BC1722F}" destId="{1E1A065F-FE1F-4027-ACDB-6E82A5613720}" srcOrd="0" destOrd="0" presId="urn:microsoft.com/office/officeart/2018/2/layout/IconVerticalSolidList"/>
    <dgm:cxn modelId="{B05F0585-92EB-4B62-84D0-3A1A95037060}" type="presParOf" srcId="{BA6F2750-7193-4FC4-80A2-F6470BC1722F}" destId="{55B40579-022C-40DE-9265-84F3849ECAAB}" srcOrd="1" destOrd="0" presId="urn:microsoft.com/office/officeart/2018/2/layout/IconVerticalSolidList"/>
    <dgm:cxn modelId="{5422B30D-D919-43C9-825B-89C93BA6B2DE}" type="presParOf" srcId="{BA6F2750-7193-4FC4-80A2-F6470BC1722F}" destId="{43332857-5872-468E-9C20-6C10AB4A339C}" srcOrd="2" destOrd="0" presId="urn:microsoft.com/office/officeart/2018/2/layout/IconVerticalSolidList"/>
    <dgm:cxn modelId="{F944140B-89C5-4C47-8715-8C8E64FA7E2A}" type="presParOf" srcId="{BA6F2750-7193-4FC4-80A2-F6470BC1722F}" destId="{10D4E230-1A0C-45B0-8DAC-C801FAAFE48E}" srcOrd="3" destOrd="0" presId="urn:microsoft.com/office/officeart/2018/2/layout/IconVerticalSolidList"/>
    <dgm:cxn modelId="{406861C0-021D-426D-8228-CACE259FF435}" type="presParOf" srcId="{B1E4776C-FB7E-4CED-B703-44045DC1A502}" destId="{E7272264-E6D1-4D8E-B058-8D55A8F2632C}" srcOrd="1" destOrd="0" presId="urn:microsoft.com/office/officeart/2018/2/layout/IconVerticalSolidList"/>
    <dgm:cxn modelId="{3E0F462D-E9DA-4BBB-BA14-2AADFAFFB653}" type="presParOf" srcId="{B1E4776C-FB7E-4CED-B703-44045DC1A502}" destId="{34AA2638-4259-44F9-8908-02241676B7EF}" srcOrd="2" destOrd="0" presId="urn:microsoft.com/office/officeart/2018/2/layout/IconVerticalSolidList"/>
    <dgm:cxn modelId="{01EB9F86-AB62-4E1B-9482-1238DAA5029D}" type="presParOf" srcId="{34AA2638-4259-44F9-8908-02241676B7EF}" destId="{61EE8945-EB07-4C18-AC13-641A4D80561D}" srcOrd="0" destOrd="0" presId="urn:microsoft.com/office/officeart/2018/2/layout/IconVerticalSolidList"/>
    <dgm:cxn modelId="{A0DA4994-3804-4B9B-ABBE-A9A59EB604F3}" type="presParOf" srcId="{34AA2638-4259-44F9-8908-02241676B7EF}" destId="{D64C4D3A-9CC4-4439-92E3-D5971FE9C4A4}" srcOrd="1" destOrd="0" presId="urn:microsoft.com/office/officeart/2018/2/layout/IconVerticalSolidList"/>
    <dgm:cxn modelId="{D9E2CA77-086A-4EC5-A6E0-2988EF99875B}" type="presParOf" srcId="{34AA2638-4259-44F9-8908-02241676B7EF}" destId="{CC54D173-7A79-4798-B320-3391981F5C75}" srcOrd="2" destOrd="0" presId="urn:microsoft.com/office/officeart/2018/2/layout/IconVerticalSolidList"/>
    <dgm:cxn modelId="{EBBAEBBA-13E8-403B-B646-8A02595FFF5A}" type="presParOf" srcId="{34AA2638-4259-44F9-8908-02241676B7EF}" destId="{AAF5DB76-B3EB-4C6D-AAC2-29855B5A2AFE}" srcOrd="3" destOrd="0" presId="urn:microsoft.com/office/officeart/2018/2/layout/IconVerticalSolidList"/>
    <dgm:cxn modelId="{4230178E-1F55-4EBC-BC1A-8F9A6930EB1B}" type="presParOf" srcId="{B1E4776C-FB7E-4CED-B703-44045DC1A502}" destId="{B1FFB0D5-518A-487E-B8F2-04F11E46C110}" srcOrd="3" destOrd="0" presId="urn:microsoft.com/office/officeart/2018/2/layout/IconVerticalSolidList"/>
    <dgm:cxn modelId="{291B07ED-478C-4AA8-A241-8F47B1B20820}" type="presParOf" srcId="{B1E4776C-FB7E-4CED-B703-44045DC1A502}" destId="{219EA667-4436-40E9-8FF2-7CE278888E5C}" srcOrd="4" destOrd="0" presId="urn:microsoft.com/office/officeart/2018/2/layout/IconVerticalSolidList"/>
    <dgm:cxn modelId="{FBEC3D3B-8DD0-4B56-8FCB-FBCB11E71B30}" type="presParOf" srcId="{219EA667-4436-40E9-8FF2-7CE278888E5C}" destId="{653135CB-1FE2-4C5A-92D7-B218155F18C5}" srcOrd="0" destOrd="0" presId="urn:microsoft.com/office/officeart/2018/2/layout/IconVerticalSolidList"/>
    <dgm:cxn modelId="{9A237099-4EF2-41CC-877F-418433252DF4}" type="presParOf" srcId="{219EA667-4436-40E9-8FF2-7CE278888E5C}" destId="{76DCD4E5-2671-4033-A838-1C66742DC591}" srcOrd="1" destOrd="0" presId="urn:microsoft.com/office/officeart/2018/2/layout/IconVerticalSolidList"/>
    <dgm:cxn modelId="{CF76D303-E8D2-4CFD-901F-0A209EC1D76B}" type="presParOf" srcId="{219EA667-4436-40E9-8FF2-7CE278888E5C}" destId="{9ECA8684-2C6B-41F9-9E88-BC56F1EDA7E5}" srcOrd="2" destOrd="0" presId="urn:microsoft.com/office/officeart/2018/2/layout/IconVerticalSolidList"/>
    <dgm:cxn modelId="{69B0579D-CDF5-4B9D-A7A1-CCDD62EEF372}" type="presParOf" srcId="{219EA667-4436-40E9-8FF2-7CE278888E5C}" destId="{99FB9479-0FE5-459B-9EE3-A5AB58E5ABBF}" srcOrd="3" destOrd="0" presId="urn:microsoft.com/office/officeart/2018/2/layout/IconVerticalSolidList"/>
    <dgm:cxn modelId="{7DB1745A-F980-44BD-8864-ED33639DE8F8}" type="presParOf" srcId="{B1E4776C-FB7E-4CED-B703-44045DC1A502}" destId="{02270822-5F5C-4638-BA4A-9067E7F4040E}" srcOrd="5" destOrd="0" presId="urn:microsoft.com/office/officeart/2018/2/layout/IconVerticalSolidList"/>
    <dgm:cxn modelId="{5078311D-9145-4762-B944-B584A1A372CA}" type="presParOf" srcId="{B1E4776C-FB7E-4CED-B703-44045DC1A502}" destId="{621D6F5D-D64B-42E0-BAC7-721E9398CF3A}" srcOrd="6" destOrd="0" presId="urn:microsoft.com/office/officeart/2018/2/layout/IconVerticalSolidList"/>
    <dgm:cxn modelId="{A50B0788-4A3F-424F-84B0-5E52E7F32B58}" type="presParOf" srcId="{621D6F5D-D64B-42E0-BAC7-721E9398CF3A}" destId="{2CEFB809-3CB9-42FB-BEA3-5B38D83F6D8A}" srcOrd="0" destOrd="0" presId="urn:microsoft.com/office/officeart/2018/2/layout/IconVerticalSolidList"/>
    <dgm:cxn modelId="{966DE21F-8B7E-45A5-9CEA-C3C96E58D543}" type="presParOf" srcId="{621D6F5D-D64B-42E0-BAC7-721E9398CF3A}" destId="{6F8F00AD-82B6-485C-B630-4FAF199A32EE}" srcOrd="1" destOrd="0" presId="urn:microsoft.com/office/officeart/2018/2/layout/IconVerticalSolidList"/>
    <dgm:cxn modelId="{909ABD33-606D-4139-95FB-CF6F042F3C82}" type="presParOf" srcId="{621D6F5D-D64B-42E0-BAC7-721E9398CF3A}" destId="{3D5B8AA1-11DD-4FFE-B174-848EDAA7A7E5}" srcOrd="2" destOrd="0" presId="urn:microsoft.com/office/officeart/2018/2/layout/IconVerticalSolidList"/>
    <dgm:cxn modelId="{046F8B76-5F57-4B4D-A223-5A5DFF6DBAF8}" type="presParOf" srcId="{621D6F5D-D64B-42E0-BAC7-721E9398CF3A}" destId="{086B9D19-11AF-4169-934B-ED9E453C2AB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6450FB4-CA95-4615-A4FB-7909095479E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12774A9-43D9-4690-8B8E-8CA3FC11BA2C}">
      <dgm:prSet/>
      <dgm:spPr/>
      <dgm:t>
        <a:bodyPr/>
        <a:lstStyle/>
        <a:p>
          <a:r>
            <a:rPr lang="en-US"/>
            <a:t>Served at /roles</a:t>
          </a:r>
        </a:p>
      </dgm:t>
    </dgm:pt>
    <dgm:pt modelId="{E8E2FAF8-02F6-4B90-A474-D383F3DD27E9}" type="parTrans" cxnId="{09056103-C0DD-4C26-84B9-10871B46232A}">
      <dgm:prSet/>
      <dgm:spPr/>
      <dgm:t>
        <a:bodyPr/>
        <a:lstStyle/>
        <a:p>
          <a:endParaRPr lang="en-US"/>
        </a:p>
      </dgm:t>
    </dgm:pt>
    <dgm:pt modelId="{ACF027B5-DD96-4BD0-BA98-995024608246}" type="sibTrans" cxnId="{09056103-C0DD-4C26-84B9-10871B46232A}">
      <dgm:prSet/>
      <dgm:spPr/>
      <dgm:t>
        <a:bodyPr/>
        <a:lstStyle/>
        <a:p>
          <a:endParaRPr lang="en-US"/>
        </a:p>
      </dgm:t>
    </dgm:pt>
    <dgm:pt modelId="{0E331C3A-4F85-4D3C-9B95-6C0488C83FE8}">
      <dgm:prSet/>
      <dgm:spPr/>
      <dgm:t>
        <a:bodyPr/>
        <a:lstStyle/>
        <a:p>
          <a:r>
            <a:rPr lang="en-US"/>
            <a:t>Bootstrap UI</a:t>
          </a:r>
        </a:p>
      </dgm:t>
    </dgm:pt>
    <dgm:pt modelId="{29E177EF-4150-423C-B786-CD0FD3AE64D3}" type="parTrans" cxnId="{4652A5EF-AAE8-4067-80F8-ABB4B552E478}">
      <dgm:prSet/>
      <dgm:spPr/>
      <dgm:t>
        <a:bodyPr/>
        <a:lstStyle/>
        <a:p>
          <a:endParaRPr lang="en-US"/>
        </a:p>
      </dgm:t>
    </dgm:pt>
    <dgm:pt modelId="{1CFF3F7E-118F-4143-A421-CDAFECB020D3}" type="sibTrans" cxnId="{4652A5EF-AAE8-4067-80F8-ABB4B552E478}">
      <dgm:prSet/>
      <dgm:spPr/>
      <dgm:t>
        <a:bodyPr/>
        <a:lstStyle/>
        <a:p>
          <a:endParaRPr lang="en-US"/>
        </a:p>
      </dgm:t>
    </dgm:pt>
    <dgm:pt modelId="{EA30EFFA-9EA6-43C9-991B-9337597F8967}">
      <dgm:prSet/>
      <dgm:spPr/>
      <dgm:t>
        <a:bodyPr/>
        <a:lstStyle/>
        <a:p>
          <a:r>
            <a:rPr lang="en-US"/>
            <a:t>Sidebar for Users/Roles</a:t>
          </a:r>
        </a:p>
      </dgm:t>
    </dgm:pt>
    <dgm:pt modelId="{CE0479FF-995E-4276-85E2-E55891B16EBB}" type="parTrans" cxnId="{4323AF6C-F7FD-4861-82F2-249D7F3ECED3}">
      <dgm:prSet/>
      <dgm:spPr/>
      <dgm:t>
        <a:bodyPr/>
        <a:lstStyle/>
        <a:p>
          <a:endParaRPr lang="en-US"/>
        </a:p>
      </dgm:t>
    </dgm:pt>
    <dgm:pt modelId="{ED5D5029-01A6-46A0-B4A2-DDAC60C5B9ED}" type="sibTrans" cxnId="{4323AF6C-F7FD-4861-82F2-249D7F3ECED3}">
      <dgm:prSet/>
      <dgm:spPr/>
      <dgm:t>
        <a:bodyPr/>
        <a:lstStyle/>
        <a:p>
          <a:endParaRPr lang="en-US"/>
        </a:p>
      </dgm:t>
    </dgm:pt>
    <dgm:pt modelId="{B8BE8869-6DD9-49FA-B6E6-FCADC0FDFE0F}">
      <dgm:prSet/>
      <dgm:spPr/>
      <dgm:t>
        <a:bodyPr/>
        <a:lstStyle/>
        <a:p>
          <a:r>
            <a:rPr lang="en-US"/>
            <a:t>Modal forms for CRUD</a:t>
          </a:r>
        </a:p>
      </dgm:t>
    </dgm:pt>
    <dgm:pt modelId="{467BDAA4-2097-4E66-96A9-8B5708F30056}" type="parTrans" cxnId="{0830F67E-E3FD-4371-BFB8-6689D56909ED}">
      <dgm:prSet/>
      <dgm:spPr/>
      <dgm:t>
        <a:bodyPr/>
        <a:lstStyle/>
        <a:p>
          <a:endParaRPr lang="en-US"/>
        </a:p>
      </dgm:t>
    </dgm:pt>
    <dgm:pt modelId="{ED6BA81C-3212-4772-9652-7975A3F9C84A}" type="sibTrans" cxnId="{0830F67E-E3FD-4371-BFB8-6689D56909ED}">
      <dgm:prSet/>
      <dgm:spPr/>
      <dgm:t>
        <a:bodyPr/>
        <a:lstStyle/>
        <a:p>
          <a:endParaRPr lang="en-US"/>
        </a:p>
      </dgm:t>
    </dgm:pt>
    <dgm:pt modelId="{91DAD32D-4B41-4905-AA51-B1354F7B9766}">
      <dgm:prSet/>
      <dgm:spPr/>
      <dgm:t>
        <a:bodyPr/>
        <a:lstStyle/>
        <a:p>
          <a:r>
            <a:rPr lang="en-US"/>
            <a:t>JS fetch() for API calls</a:t>
          </a:r>
        </a:p>
      </dgm:t>
    </dgm:pt>
    <dgm:pt modelId="{3B4D92B2-0E88-4289-94D5-61893AFF9132}" type="parTrans" cxnId="{EFC0E9EA-7146-4E37-A42E-564CAC53EDED}">
      <dgm:prSet/>
      <dgm:spPr/>
      <dgm:t>
        <a:bodyPr/>
        <a:lstStyle/>
        <a:p>
          <a:endParaRPr lang="en-US"/>
        </a:p>
      </dgm:t>
    </dgm:pt>
    <dgm:pt modelId="{16B0EA3F-0934-4F3C-8ED0-960584898EDA}" type="sibTrans" cxnId="{EFC0E9EA-7146-4E37-A42E-564CAC53EDED}">
      <dgm:prSet/>
      <dgm:spPr/>
      <dgm:t>
        <a:bodyPr/>
        <a:lstStyle/>
        <a:p>
          <a:endParaRPr lang="en-US"/>
        </a:p>
      </dgm:t>
    </dgm:pt>
    <dgm:pt modelId="{9116A137-DDA3-45F7-9070-9D2DCB6B3B5C}">
      <dgm:prSet/>
      <dgm:spPr/>
      <dgm:t>
        <a:bodyPr/>
        <a:lstStyle/>
        <a:p>
          <a:r>
            <a:rPr lang="en-US"/>
            <a:t>Instant UI updates</a:t>
          </a:r>
        </a:p>
      </dgm:t>
    </dgm:pt>
    <dgm:pt modelId="{E0461B4C-7825-4EDB-A178-B7D08A32238E}" type="parTrans" cxnId="{6D71ED9D-E6B0-483D-A79C-CA6FFB841079}">
      <dgm:prSet/>
      <dgm:spPr/>
      <dgm:t>
        <a:bodyPr/>
        <a:lstStyle/>
        <a:p>
          <a:endParaRPr lang="en-US"/>
        </a:p>
      </dgm:t>
    </dgm:pt>
    <dgm:pt modelId="{51DCBCA3-CEC9-4474-AAAD-9B50B60A1797}" type="sibTrans" cxnId="{6D71ED9D-E6B0-483D-A79C-CA6FFB841079}">
      <dgm:prSet/>
      <dgm:spPr/>
      <dgm:t>
        <a:bodyPr/>
        <a:lstStyle/>
        <a:p>
          <a:endParaRPr lang="en-US"/>
        </a:p>
      </dgm:t>
    </dgm:pt>
    <dgm:pt modelId="{B05D5EAF-1FA7-4227-86D9-7CDDA24EF9E5}" type="pres">
      <dgm:prSet presAssocID="{D6450FB4-CA95-4615-A4FB-7909095479E8}" presName="root" presStyleCnt="0">
        <dgm:presLayoutVars>
          <dgm:dir/>
          <dgm:resizeHandles val="exact"/>
        </dgm:presLayoutVars>
      </dgm:prSet>
      <dgm:spPr/>
    </dgm:pt>
    <dgm:pt modelId="{87B04E83-C5DD-43E4-BE4B-5EB278ED7538}" type="pres">
      <dgm:prSet presAssocID="{212774A9-43D9-4690-8B8E-8CA3FC11BA2C}" presName="compNode" presStyleCnt="0"/>
      <dgm:spPr/>
    </dgm:pt>
    <dgm:pt modelId="{7F2D9553-49C3-4E6C-9D5E-036D0539A6DF}" type="pres">
      <dgm:prSet presAssocID="{212774A9-43D9-4690-8B8E-8CA3FC11BA2C}" presName="bgRect" presStyleLbl="bgShp" presStyleIdx="0" presStyleCnt="6"/>
      <dgm:spPr/>
    </dgm:pt>
    <dgm:pt modelId="{4F49F9CE-584F-4147-AC0C-B3107A6A4B5F}" type="pres">
      <dgm:prSet presAssocID="{212774A9-43D9-4690-8B8E-8CA3FC11BA2C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E55B6112-6074-494B-8A5E-3E3C9C8B6D85}" type="pres">
      <dgm:prSet presAssocID="{212774A9-43D9-4690-8B8E-8CA3FC11BA2C}" presName="spaceRect" presStyleCnt="0"/>
      <dgm:spPr/>
    </dgm:pt>
    <dgm:pt modelId="{847C32BB-EE08-4E23-BDB7-E9CC7F28FADA}" type="pres">
      <dgm:prSet presAssocID="{212774A9-43D9-4690-8B8E-8CA3FC11BA2C}" presName="parTx" presStyleLbl="revTx" presStyleIdx="0" presStyleCnt="6">
        <dgm:presLayoutVars>
          <dgm:chMax val="0"/>
          <dgm:chPref val="0"/>
        </dgm:presLayoutVars>
      </dgm:prSet>
      <dgm:spPr/>
    </dgm:pt>
    <dgm:pt modelId="{F51770E4-184C-4249-A340-5521A449E6F4}" type="pres">
      <dgm:prSet presAssocID="{ACF027B5-DD96-4BD0-BA98-995024608246}" presName="sibTrans" presStyleCnt="0"/>
      <dgm:spPr/>
    </dgm:pt>
    <dgm:pt modelId="{A21C1525-DFC9-48A1-BA79-D34686C7052D}" type="pres">
      <dgm:prSet presAssocID="{0E331C3A-4F85-4D3C-9B95-6C0488C83FE8}" presName="compNode" presStyleCnt="0"/>
      <dgm:spPr/>
    </dgm:pt>
    <dgm:pt modelId="{AF885CD1-2109-454F-9534-86435AF48FFF}" type="pres">
      <dgm:prSet presAssocID="{0E331C3A-4F85-4D3C-9B95-6C0488C83FE8}" presName="bgRect" presStyleLbl="bgShp" presStyleIdx="1" presStyleCnt="6"/>
      <dgm:spPr/>
    </dgm:pt>
    <dgm:pt modelId="{5F9AA703-6613-4FA2-B950-71B58BC0DF28}" type="pres">
      <dgm:prSet presAssocID="{0E331C3A-4F85-4D3C-9B95-6C0488C83FE8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4204D24-0E2B-4F75-A4F2-1A8D88730D58}" type="pres">
      <dgm:prSet presAssocID="{0E331C3A-4F85-4D3C-9B95-6C0488C83FE8}" presName="spaceRect" presStyleCnt="0"/>
      <dgm:spPr/>
    </dgm:pt>
    <dgm:pt modelId="{CF648538-C39B-4FCC-A408-7424F0438D2D}" type="pres">
      <dgm:prSet presAssocID="{0E331C3A-4F85-4D3C-9B95-6C0488C83FE8}" presName="parTx" presStyleLbl="revTx" presStyleIdx="1" presStyleCnt="6">
        <dgm:presLayoutVars>
          <dgm:chMax val="0"/>
          <dgm:chPref val="0"/>
        </dgm:presLayoutVars>
      </dgm:prSet>
      <dgm:spPr/>
    </dgm:pt>
    <dgm:pt modelId="{F12D5AB0-DF62-4E77-BF81-91B233DAAFCE}" type="pres">
      <dgm:prSet presAssocID="{1CFF3F7E-118F-4143-A421-CDAFECB020D3}" presName="sibTrans" presStyleCnt="0"/>
      <dgm:spPr/>
    </dgm:pt>
    <dgm:pt modelId="{1F9E118E-AC9A-453F-BAFB-7E36E17FC6CB}" type="pres">
      <dgm:prSet presAssocID="{EA30EFFA-9EA6-43C9-991B-9337597F8967}" presName="compNode" presStyleCnt="0"/>
      <dgm:spPr/>
    </dgm:pt>
    <dgm:pt modelId="{30A2DF44-B775-4516-ACFB-AC785B1EF3F7}" type="pres">
      <dgm:prSet presAssocID="{EA30EFFA-9EA6-43C9-991B-9337597F8967}" presName="bgRect" presStyleLbl="bgShp" presStyleIdx="2" presStyleCnt="6"/>
      <dgm:spPr/>
    </dgm:pt>
    <dgm:pt modelId="{B2D161D5-4B71-411C-9A25-792B31C17992}" type="pres">
      <dgm:prSet presAssocID="{EA30EFFA-9EA6-43C9-991B-9337597F8967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Hand"/>
        </a:ext>
      </dgm:extLst>
    </dgm:pt>
    <dgm:pt modelId="{8BCBB23E-DE6C-4286-A3B7-7F095CF1B599}" type="pres">
      <dgm:prSet presAssocID="{EA30EFFA-9EA6-43C9-991B-9337597F8967}" presName="spaceRect" presStyleCnt="0"/>
      <dgm:spPr/>
    </dgm:pt>
    <dgm:pt modelId="{485E6CE2-4609-43F2-909F-D6FEBF10CB54}" type="pres">
      <dgm:prSet presAssocID="{EA30EFFA-9EA6-43C9-991B-9337597F8967}" presName="parTx" presStyleLbl="revTx" presStyleIdx="2" presStyleCnt="6">
        <dgm:presLayoutVars>
          <dgm:chMax val="0"/>
          <dgm:chPref val="0"/>
        </dgm:presLayoutVars>
      </dgm:prSet>
      <dgm:spPr/>
    </dgm:pt>
    <dgm:pt modelId="{70717C16-AA29-4C57-AEC1-4A06CB50DCFB}" type="pres">
      <dgm:prSet presAssocID="{ED5D5029-01A6-46A0-B4A2-DDAC60C5B9ED}" presName="sibTrans" presStyleCnt="0"/>
      <dgm:spPr/>
    </dgm:pt>
    <dgm:pt modelId="{7F593115-CD04-4020-A881-F5668D23C83D}" type="pres">
      <dgm:prSet presAssocID="{B8BE8869-6DD9-49FA-B6E6-FCADC0FDFE0F}" presName="compNode" presStyleCnt="0"/>
      <dgm:spPr/>
    </dgm:pt>
    <dgm:pt modelId="{AF17F2E4-A371-47C9-8622-026BBB5AAC96}" type="pres">
      <dgm:prSet presAssocID="{B8BE8869-6DD9-49FA-B6E6-FCADC0FDFE0F}" presName="bgRect" presStyleLbl="bgShp" presStyleIdx="3" presStyleCnt="6"/>
      <dgm:spPr/>
    </dgm:pt>
    <dgm:pt modelId="{437B21BD-31C7-43D1-9243-CBD62D839627}" type="pres">
      <dgm:prSet presAssocID="{B8BE8869-6DD9-49FA-B6E6-FCADC0FDFE0F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6F44B2A3-81D6-4716-90E2-0875CB0EB4A6}" type="pres">
      <dgm:prSet presAssocID="{B8BE8869-6DD9-49FA-B6E6-FCADC0FDFE0F}" presName="spaceRect" presStyleCnt="0"/>
      <dgm:spPr/>
    </dgm:pt>
    <dgm:pt modelId="{6D281FBC-C563-4A33-94A1-80A34CBD8409}" type="pres">
      <dgm:prSet presAssocID="{B8BE8869-6DD9-49FA-B6E6-FCADC0FDFE0F}" presName="parTx" presStyleLbl="revTx" presStyleIdx="3" presStyleCnt="6">
        <dgm:presLayoutVars>
          <dgm:chMax val="0"/>
          <dgm:chPref val="0"/>
        </dgm:presLayoutVars>
      </dgm:prSet>
      <dgm:spPr/>
    </dgm:pt>
    <dgm:pt modelId="{40A02A56-01B9-4670-8950-8F52F6332532}" type="pres">
      <dgm:prSet presAssocID="{ED6BA81C-3212-4772-9652-7975A3F9C84A}" presName="sibTrans" presStyleCnt="0"/>
      <dgm:spPr/>
    </dgm:pt>
    <dgm:pt modelId="{995E2B48-70D7-4DC3-8F4E-325BC5F18B1E}" type="pres">
      <dgm:prSet presAssocID="{91DAD32D-4B41-4905-AA51-B1354F7B9766}" presName="compNode" presStyleCnt="0"/>
      <dgm:spPr/>
    </dgm:pt>
    <dgm:pt modelId="{EF0C8F2A-0B80-465B-A8CA-59CB4247712F}" type="pres">
      <dgm:prSet presAssocID="{91DAD32D-4B41-4905-AA51-B1354F7B9766}" presName="bgRect" presStyleLbl="bgShp" presStyleIdx="4" presStyleCnt="6"/>
      <dgm:spPr/>
    </dgm:pt>
    <dgm:pt modelId="{BA952576-96D9-4339-B6B0-BCC6E7708792}" type="pres">
      <dgm:prSet presAssocID="{91DAD32D-4B41-4905-AA51-B1354F7B9766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92A3718-346A-45F6-9B8B-9DBAEC3B23B2}" type="pres">
      <dgm:prSet presAssocID="{91DAD32D-4B41-4905-AA51-B1354F7B9766}" presName="spaceRect" presStyleCnt="0"/>
      <dgm:spPr/>
    </dgm:pt>
    <dgm:pt modelId="{51925ED4-0B3D-4393-AE55-ECA3451E5C35}" type="pres">
      <dgm:prSet presAssocID="{91DAD32D-4B41-4905-AA51-B1354F7B9766}" presName="parTx" presStyleLbl="revTx" presStyleIdx="4" presStyleCnt="6">
        <dgm:presLayoutVars>
          <dgm:chMax val="0"/>
          <dgm:chPref val="0"/>
        </dgm:presLayoutVars>
      </dgm:prSet>
      <dgm:spPr/>
    </dgm:pt>
    <dgm:pt modelId="{0D98F3DD-130E-407A-9B7A-5FFB2ABD05A2}" type="pres">
      <dgm:prSet presAssocID="{16B0EA3F-0934-4F3C-8ED0-960584898EDA}" presName="sibTrans" presStyleCnt="0"/>
      <dgm:spPr/>
    </dgm:pt>
    <dgm:pt modelId="{11222D14-3EE0-4355-9393-3B1C406D924F}" type="pres">
      <dgm:prSet presAssocID="{9116A137-DDA3-45F7-9070-9D2DCB6B3B5C}" presName="compNode" presStyleCnt="0"/>
      <dgm:spPr/>
    </dgm:pt>
    <dgm:pt modelId="{40D61FBC-7B88-495B-A3AD-63C7DF32F681}" type="pres">
      <dgm:prSet presAssocID="{9116A137-DDA3-45F7-9070-9D2DCB6B3B5C}" presName="bgRect" presStyleLbl="bgShp" presStyleIdx="5" presStyleCnt="6"/>
      <dgm:spPr/>
    </dgm:pt>
    <dgm:pt modelId="{980E0F37-E1F4-46D9-A16F-20A58AB8A9D4}" type="pres">
      <dgm:prSet presAssocID="{9116A137-DDA3-45F7-9070-9D2DCB6B3B5C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B7A1A29B-22D1-46A2-81BC-B38739C6B9CE}" type="pres">
      <dgm:prSet presAssocID="{9116A137-DDA3-45F7-9070-9D2DCB6B3B5C}" presName="spaceRect" presStyleCnt="0"/>
      <dgm:spPr/>
    </dgm:pt>
    <dgm:pt modelId="{CB03EA55-C9D7-436C-A122-C78CB374E1D2}" type="pres">
      <dgm:prSet presAssocID="{9116A137-DDA3-45F7-9070-9D2DCB6B3B5C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09056103-C0DD-4C26-84B9-10871B46232A}" srcId="{D6450FB4-CA95-4615-A4FB-7909095479E8}" destId="{212774A9-43D9-4690-8B8E-8CA3FC11BA2C}" srcOrd="0" destOrd="0" parTransId="{E8E2FAF8-02F6-4B90-A474-D383F3DD27E9}" sibTransId="{ACF027B5-DD96-4BD0-BA98-995024608246}"/>
    <dgm:cxn modelId="{4B139915-5132-4D22-BFA6-A833874DF46A}" type="presOf" srcId="{91DAD32D-4B41-4905-AA51-B1354F7B9766}" destId="{51925ED4-0B3D-4393-AE55-ECA3451E5C35}" srcOrd="0" destOrd="0" presId="urn:microsoft.com/office/officeart/2018/2/layout/IconVerticalSolidList"/>
    <dgm:cxn modelId="{2493B41E-D940-4F37-AFC9-E1C28530E2D2}" type="presOf" srcId="{212774A9-43D9-4690-8B8E-8CA3FC11BA2C}" destId="{847C32BB-EE08-4E23-BDB7-E9CC7F28FADA}" srcOrd="0" destOrd="0" presId="urn:microsoft.com/office/officeart/2018/2/layout/IconVerticalSolidList"/>
    <dgm:cxn modelId="{D889CE46-06EE-43CF-A7F8-B6A83C84E05A}" type="presOf" srcId="{D6450FB4-CA95-4615-A4FB-7909095479E8}" destId="{B05D5EAF-1FA7-4227-86D9-7CDDA24EF9E5}" srcOrd="0" destOrd="0" presId="urn:microsoft.com/office/officeart/2018/2/layout/IconVerticalSolidList"/>
    <dgm:cxn modelId="{4323AF6C-F7FD-4861-82F2-249D7F3ECED3}" srcId="{D6450FB4-CA95-4615-A4FB-7909095479E8}" destId="{EA30EFFA-9EA6-43C9-991B-9337597F8967}" srcOrd="2" destOrd="0" parTransId="{CE0479FF-995E-4276-85E2-E55891B16EBB}" sibTransId="{ED5D5029-01A6-46A0-B4A2-DDAC60C5B9ED}"/>
    <dgm:cxn modelId="{CC183155-8A01-43EA-90B2-5DDA4D4BF1F0}" type="presOf" srcId="{B8BE8869-6DD9-49FA-B6E6-FCADC0FDFE0F}" destId="{6D281FBC-C563-4A33-94A1-80A34CBD8409}" srcOrd="0" destOrd="0" presId="urn:microsoft.com/office/officeart/2018/2/layout/IconVerticalSolidList"/>
    <dgm:cxn modelId="{A4B4D278-9FBC-4A45-B99C-90CE3CA244AD}" type="presOf" srcId="{0E331C3A-4F85-4D3C-9B95-6C0488C83FE8}" destId="{CF648538-C39B-4FCC-A408-7424F0438D2D}" srcOrd="0" destOrd="0" presId="urn:microsoft.com/office/officeart/2018/2/layout/IconVerticalSolidList"/>
    <dgm:cxn modelId="{0830F67E-E3FD-4371-BFB8-6689D56909ED}" srcId="{D6450FB4-CA95-4615-A4FB-7909095479E8}" destId="{B8BE8869-6DD9-49FA-B6E6-FCADC0FDFE0F}" srcOrd="3" destOrd="0" parTransId="{467BDAA4-2097-4E66-96A9-8B5708F30056}" sibTransId="{ED6BA81C-3212-4772-9652-7975A3F9C84A}"/>
    <dgm:cxn modelId="{6D71ED9D-E6B0-483D-A79C-CA6FFB841079}" srcId="{D6450FB4-CA95-4615-A4FB-7909095479E8}" destId="{9116A137-DDA3-45F7-9070-9D2DCB6B3B5C}" srcOrd="5" destOrd="0" parTransId="{E0461B4C-7825-4EDB-A178-B7D08A32238E}" sibTransId="{51DCBCA3-CEC9-4474-AAAD-9B50B60A1797}"/>
    <dgm:cxn modelId="{74A4FDE5-CDF9-4A50-936A-41E1EC9DCCBD}" type="presOf" srcId="{9116A137-DDA3-45F7-9070-9D2DCB6B3B5C}" destId="{CB03EA55-C9D7-436C-A122-C78CB374E1D2}" srcOrd="0" destOrd="0" presId="urn:microsoft.com/office/officeart/2018/2/layout/IconVerticalSolidList"/>
    <dgm:cxn modelId="{EFC0E9EA-7146-4E37-A42E-564CAC53EDED}" srcId="{D6450FB4-CA95-4615-A4FB-7909095479E8}" destId="{91DAD32D-4B41-4905-AA51-B1354F7B9766}" srcOrd="4" destOrd="0" parTransId="{3B4D92B2-0E88-4289-94D5-61893AFF9132}" sibTransId="{16B0EA3F-0934-4F3C-8ED0-960584898EDA}"/>
    <dgm:cxn modelId="{4652A5EF-AAE8-4067-80F8-ABB4B552E478}" srcId="{D6450FB4-CA95-4615-A4FB-7909095479E8}" destId="{0E331C3A-4F85-4D3C-9B95-6C0488C83FE8}" srcOrd="1" destOrd="0" parTransId="{29E177EF-4150-423C-B786-CD0FD3AE64D3}" sibTransId="{1CFF3F7E-118F-4143-A421-CDAFECB020D3}"/>
    <dgm:cxn modelId="{CF9B99FA-AD7A-4C11-98B5-7E33B633C977}" type="presOf" srcId="{EA30EFFA-9EA6-43C9-991B-9337597F8967}" destId="{485E6CE2-4609-43F2-909F-D6FEBF10CB54}" srcOrd="0" destOrd="0" presId="urn:microsoft.com/office/officeart/2018/2/layout/IconVerticalSolidList"/>
    <dgm:cxn modelId="{3C9DA057-1B40-49C5-8578-81E251519BEE}" type="presParOf" srcId="{B05D5EAF-1FA7-4227-86D9-7CDDA24EF9E5}" destId="{87B04E83-C5DD-43E4-BE4B-5EB278ED7538}" srcOrd="0" destOrd="0" presId="urn:microsoft.com/office/officeart/2018/2/layout/IconVerticalSolidList"/>
    <dgm:cxn modelId="{E35167F2-5D09-440C-B428-4BE285B2AF4D}" type="presParOf" srcId="{87B04E83-C5DD-43E4-BE4B-5EB278ED7538}" destId="{7F2D9553-49C3-4E6C-9D5E-036D0539A6DF}" srcOrd="0" destOrd="0" presId="urn:microsoft.com/office/officeart/2018/2/layout/IconVerticalSolidList"/>
    <dgm:cxn modelId="{6447023C-7FC9-40C9-9312-DDE716AD9AD5}" type="presParOf" srcId="{87B04E83-C5DD-43E4-BE4B-5EB278ED7538}" destId="{4F49F9CE-584F-4147-AC0C-B3107A6A4B5F}" srcOrd="1" destOrd="0" presId="urn:microsoft.com/office/officeart/2018/2/layout/IconVerticalSolidList"/>
    <dgm:cxn modelId="{20A2F16D-BF6E-49A2-9B2A-10DF8167BE1D}" type="presParOf" srcId="{87B04E83-C5DD-43E4-BE4B-5EB278ED7538}" destId="{E55B6112-6074-494B-8A5E-3E3C9C8B6D85}" srcOrd="2" destOrd="0" presId="urn:microsoft.com/office/officeart/2018/2/layout/IconVerticalSolidList"/>
    <dgm:cxn modelId="{793C0FCB-4A52-4E8F-9511-A68794AD03D6}" type="presParOf" srcId="{87B04E83-C5DD-43E4-BE4B-5EB278ED7538}" destId="{847C32BB-EE08-4E23-BDB7-E9CC7F28FADA}" srcOrd="3" destOrd="0" presId="urn:microsoft.com/office/officeart/2018/2/layout/IconVerticalSolidList"/>
    <dgm:cxn modelId="{4432FE85-C1ED-4851-B9C4-9EC1D2B7B742}" type="presParOf" srcId="{B05D5EAF-1FA7-4227-86D9-7CDDA24EF9E5}" destId="{F51770E4-184C-4249-A340-5521A449E6F4}" srcOrd="1" destOrd="0" presId="urn:microsoft.com/office/officeart/2018/2/layout/IconVerticalSolidList"/>
    <dgm:cxn modelId="{691ECD57-F863-400F-A7A4-FD680475153A}" type="presParOf" srcId="{B05D5EAF-1FA7-4227-86D9-7CDDA24EF9E5}" destId="{A21C1525-DFC9-48A1-BA79-D34686C7052D}" srcOrd="2" destOrd="0" presId="urn:microsoft.com/office/officeart/2018/2/layout/IconVerticalSolidList"/>
    <dgm:cxn modelId="{9812BB25-AE66-48AD-80E3-3BFC2AB329E3}" type="presParOf" srcId="{A21C1525-DFC9-48A1-BA79-D34686C7052D}" destId="{AF885CD1-2109-454F-9534-86435AF48FFF}" srcOrd="0" destOrd="0" presId="urn:microsoft.com/office/officeart/2018/2/layout/IconVerticalSolidList"/>
    <dgm:cxn modelId="{EAE3C4D6-01EC-49B9-9C62-65CC60673289}" type="presParOf" srcId="{A21C1525-DFC9-48A1-BA79-D34686C7052D}" destId="{5F9AA703-6613-4FA2-B950-71B58BC0DF28}" srcOrd="1" destOrd="0" presId="urn:microsoft.com/office/officeart/2018/2/layout/IconVerticalSolidList"/>
    <dgm:cxn modelId="{81623961-7A7A-4C4B-8E97-8339CE088148}" type="presParOf" srcId="{A21C1525-DFC9-48A1-BA79-D34686C7052D}" destId="{34204D24-0E2B-4F75-A4F2-1A8D88730D58}" srcOrd="2" destOrd="0" presId="urn:microsoft.com/office/officeart/2018/2/layout/IconVerticalSolidList"/>
    <dgm:cxn modelId="{6385CD01-06B3-426D-AD58-E1E2C802EC55}" type="presParOf" srcId="{A21C1525-DFC9-48A1-BA79-D34686C7052D}" destId="{CF648538-C39B-4FCC-A408-7424F0438D2D}" srcOrd="3" destOrd="0" presId="urn:microsoft.com/office/officeart/2018/2/layout/IconVerticalSolidList"/>
    <dgm:cxn modelId="{FE783DDF-9092-4567-B7B7-D1879657240B}" type="presParOf" srcId="{B05D5EAF-1FA7-4227-86D9-7CDDA24EF9E5}" destId="{F12D5AB0-DF62-4E77-BF81-91B233DAAFCE}" srcOrd="3" destOrd="0" presId="urn:microsoft.com/office/officeart/2018/2/layout/IconVerticalSolidList"/>
    <dgm:cxn modelId="{0CCA3D09-EE76-4D27-8088-8A79EEC98B78}" type="presParOf" srcId="{B05D5EAF-1FA7-4227-86D9-7CDDA24EF9E5}" destId="{1F9E118E-AC9A-453F-BAFB-7E36E17FC6CB}" srcOrd="4" destOrd="0" presId="urn:microsoft.com/office/officeart/2018/2/layout/IconVerticalSolidList"/>
    <dgm:cxn modelId="{42FA2B64-F8AF-4669-BD70-EFC9D8F901EE}" type="presParOf" srcId="{1F9E118E-AC9A-453F-BAFB-7E36E17FC6CB}" destId="{30A2DF44-B775-4516-ACFB-AC785B1EF3F7}" srcOrd="0" destOrd="0" presId="urn:microsoft.com/office/officeart/2018/2/layout/IconVerticalSolidList"/>
    <dgm:cxn modelId="{99C2304C-DA5C-4816-8378-C04E1E7E03CB}" type="presParOf" srcId="{1F9E118E-AC9A-453F-BAFB-7E36E17FC6CB}" destId="{B2D161D5-4B71-411C-9A25-792B31C17992}" srcOrd="1" destOrd="0" presId="urn:microsoft.com/office/officeart/2018/2/layout/IconVerticalSolidList"/>
    <dgm:cxn modelId="{FDEFCD4C-8016-4825-A647-121306B8CAF2}" type="presParOf" srcId="{1F9E118E-AC9A-453F-BAFB-7E36E17FC6CB}" destId="{8BCBB23E-DE6C-4286-A3B7-7F095CF1B599}" srcOrd="2" destOrd="0" presId="urn:microsoft.com/office/officeart/2018/2/layout/IconVerticalSolidList"/>
    <dgm:cxn modelId="{0859966E-53A1-466C-9066-5B85D5765E3B}" type="presParOf" srcId="{1F9E118E-AC9A-453F-BAFB-7E36E17FC6CB}" destId="{485E6CE2-4609-43F2-909F-D6FEBF10CB54}" srcOrd="3" destOrd="0" presId="urn:microsoft.com/office/officeart/2018/2/layout/IconVerticalSolidList"/>
    <dgm:cxn modelId="{7890C225-060B-4549-8B7B-00176DDCCCD6}" type="presParOf" srcId="{B05D5EAF-1FA7-4227-86D9-7CDDA24EF9E5}" destId="{70717C16-AA29-4C57-AEC1-4A06CB50DCFB}" srcOrd="5" destOrd="0" presId="urn:microsoft.com/office/officeart/2018/2/layout/IconVerticalSolidList"/>
    <dgm:cxn modelId="{073631A4-6579-4E70-8D13-0D34710B109D}" type="presParOf" srcId="{B05D5EAF-1FA7-4227-86D9-7CDDA24EF9E5}" destId="{7F593115-CD04-4020-A881-F5668D23C83D}" srcOrd="6" destOrd="0" presId="urn:microsoft.com/office/officeart/2018/2/layout/IconVerticalSolidList"/>
    <dgm:cxn modelId="{5EF0AB11-BD25-404C-9AA0-A2781F488198}" type="presParOf" srcId="{7F593115-CD04-4020-A881-F5668D23C83D}" destId="{AF17F2E4-A371-47C9-8622-026BBB5AAC96}" srcOrd="0" destOrd="0" presId="urn:microsoft.com/office/officeart/2018/2/layout/IconVerticalSolidList"/>
    <dgm:cxn modelId="{15E7B0F6-5E85-4904-BE1F-60BABD0D0412}" type="presParOf" srcId="{7F593115-CD04-4020-A881-F5668D23C83D}" destId="{437B21BD-31C7-43D1-9243-CBD62D839627}" srcOrd="1" destOrd="0" presId="urn:microsoft.com/office/officeart/2018/2/layout/IconVerticalSolidList"/>
    <dgm:cxn modelId="{5C0AFE56-0185-4E53-94F9-2E85BBF97221}" type="presParOf" srcId="{7F593115-CD04-4020-A881-F5668D23C83D}" destId="{6F44B2A3-81D6-4716-90E2-0875CB0EB4A6}" srcOrd="2" destOrd="0" presId="urn:microsoft.com/office/officeart/2018/2/layout/IconVerticalSolidList"/>
    <dgm:cxn modelId="{288E2B80-8C26-491B-8EC8-7964455F2F77}" type="presParOf" srcId="{7F593115-CD04-4020-A881-F5668D23C83D}" destId="{6D281FBC-C563-4A33-94A1-80A34CBD8409}" srcOrd="3" destOrd="0" presId="urn:microsoft.com/office/officeart/2018/2/layout/IconVerticalSolidList"/>
    <dgm:cxn modelId="{1341012A-C7A6-4570-B37F-38D50B8D98DF}" type="presParOf" srcId="{B05D5EAF-1FA7-4227-86D9-7CDDA24EF9E5}" destId="{40A02A56-01B9-4670-8950-8F52F6332532}" srcOrd="7" destOrd="0" presId="urn:microsoft.com/office/officeart/2018/2/layout/IconVerticalSolidList"/>
    <dgm:cxn modelId="{55C70236-65CD-473E-8456-33D09E86C1BA}" type="presParOf" srcId="{B05D5EAF-1FA7-4227-86D9-7CDDA24EF9E5}" destId="{995E2B48-70D7-4DC3-8F4E-325BC5F18B1E}" srcOrd="8" destOrd="0" presId="urn:microsoft.com/office/officeart/2018/2/layout/IconVerticalSolidList"/>
    <dgm:cxn modelId="{B9CDFCF2-EFA2-43B9-B2D1-B9DB073D7C3D}" type="presParOf" srcId="{995E2B48-70D7-4DC3-8F4E-325BC5F18B1E}" destId="{EF0C8F2A-0B80-465B-A8CA-59CB4247712F}" srcOrd="0" destOrd="0" presId="urn:microsoft.com/office/officeart/2018/2/layout/IconVerticalSolidList"/>
    <dgm:cxn modelId="{5851208D-4F3F-4E97-9AC9-3384AEE59ED0}" type="presParOf" srcId="{995E2B48-70D7-4DC3-8F4E-325BC5F18B1E}" destId="{BA952576-96D9-4339-B6B0-BCC6E7708792}" srcOrd="1" destOrd="0" presId="urn:microsoft.com/office/officeart/2018/2/layout/IconVerticalSolidList"/>
    <dgm:cxn modelId="{27CFE418-747C-406F-B316-A2421393148E}" type="presParOf" srcId="{995E2B48-70D7-4DC3-8F4E-325BC5F18B1E}" destId="{192A3718-346A-45F6-9B8B-9DBAEC3B23B2}" srcOrd="2" destOrd="0" presId="urn:microsoft.com/office/officeart/2018/2/layout/IconVerticalSolidList"/>
    <dgm:cxn modelId="{7B799BD4-13B9-4200-8DD8-1D60710143CD}" type="presParOf" srcId="{995E2B48-70D7-4DC3-8F4E-325BC5F18B1E}" destId="{51925ED4-0B3D-4393-AE55-ECA3451E5C35}" srcOrd="3" destOrd="0" presId="urn:microsoft.com/office/officeart/2018/2/layout/IconVerticalSolidList"/>
    <dgm:cxn modelId="{03E1F312-4F2F-4BEC-8A6A-04670401DEB5}" type="presParOf" srcId="{B05D5EAF-1FA7-4227-86D9-7CDDA24EF9E5}" destId="{0D98F3DD-130E-407A-9B7A-5FFB2ABD05A2}" srcOrd="9" destOrd="0" presId="urn:microsoft.com/office/officeart/2018/2/layout/IconVerticalSolidList"/>
    <dgm:cxn modelId="{5A2B63F3-25AA-4DFC-8407-7EA3C0E67FBD}" type="presParOf" srcId="{B05D5EAF-1FA7-4227-86D9-7CDDA24EF9E5}" destId="{11222D14-3EE0-4355-9393-3B1C406D924F}" srcOrd="10" destOrd="0" presId="urn:microsoft.com/office/officeart/2018/2/layout/IconVerticalSolidList"/>
    <dgm:cxn modelId="{FB1B69BF-DCCF-4266-941E-88E672684EC1}" type="presParOf" srcId="{11222D14-3EE0-4355-9393-3B1C406D924F}" destId="{40D61FBC-7B88-495B-A3AD-63C7DF32F681}" srcOrd="0" destOrd="0" presId="urn:microsoft.com/office/officeart/2018/2/layout/IconVerticalSolidList"/>
    <dgm:cxn modelId="{0F2621DD-A78E-4361-A5A5-67E39866F57B}" type="presParOf" srcId="{11222D14-3EE0-4355-9393-3B1C406D924F}" destId="{980E0F37-E1F4-46D9-A16F-20A58AB8A9D4}" srcOrd="1" destOrd="0" presId="urn:microsoft.com/office/officeart/2018/2/layout/IconVerticalSolidList"/>
    <dgm:cxn modelId="{1000B870-BF3E-482B-B578-79C5C04ED291}" type="presParOf" srcId="{11222D14-3EE0-4355-9393-3B1C406D924F}" destId="{B7A1A29B-22D1-46A2-81BC-B38739C6B9CE}" srcOrd="2" destOrd="0" presId="urn:microsoft.com/office/officeart/2018/2/layout/IconVerticalSolidList"/>
    <dgm:cxn modelId="{182C18F9-0F28-466E-B2A3-C56338F82044}" type="presParOf" srcId="{11222D14-3EE0-4355-9393-3B1C406D924F}" destId="{CB03EA55-C9D7-436C-A122-C78CB374E1D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FD29458-9176-4632-9A0A-6ACD34C9C65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DAB90C0-0946-4521-8334-6C037FB2A98A}">
      <dgm:prSet/>
      <dgm:spPr/>
      <dgm:t>
        <a:bodyPr/>
        <a:lstStyle/>
        <a:p>
          <a:r>
            <a:rPr lang="en-US"/>
            <a:t>pip install flask flask_sqlalchemy</a:t>
          </a:r>
        </a:p>
      </dgm:t>
    </dgm:pt>
    <dgm:pt modelId="{F5BBEB8F-78A3-400E-BB88-5A2B3FB8559E}" type="parTrans" cxnId="{BB26A37F-08F4-4C29-A65A-31273B08E3DD}">
      <dgm:prSet/>
      <dgm:spPr/>
      <dgm:t>
        <a:bodyPr/>
        <a:lstStyle/>
        <a:p>
          <a:endParaRPr lang="en-US"/>
        </a:p>
      </dgm:t>
    </dgm:pt>
    <dgm:pt modelId="{05C3E298-E2F9-4486-9021-47ADC47AA0FC}" type="sibTrans" cxnId="{BB26A37F-08F4-4C29-A65A-31273B08E3DD}">
      <dgm:prSet/>
      <dgm:spPr/>
      <dgm:t>
        <a:bodyPr/>
        <a:lstStyle/>
        <a:p>
          <a:endParaRPr lang="en-US"/>
        </a:p>
      </dgm:t>
    </dgm:pt>
    <dgm:pt modelId="{165BFFAC-4797-4FCF-B4FE-F6B389EC9E86}">
      <dgm:prSet/>
      <dgm:spPr/>
      <dgm:t>
        <a:bodyPr/>
        <a:lstStyle/>
        <a:p>
          <a:r>
            <a:rPr lang="en-US"/>
            <a:t>python main.py</a:t>
          </a:r>
        </a:p>
      </dgm:t>
    </dgm:pt>
    <dgm:pt modelId="{F694C176-397F-4212-9EAB-1258C9A314E6}" type="parTrans" cxnId="{E45A21AC-9156-47DB-A04D-BBA54D987AE0}">
      <dgm:prSet/>
      <dgm:spPr/>
      <dgm:t>
        <a:bodyPr/>
        <a:lstStyle/>
        <a:p>
          <a:endParaRPr lang="en-US"/>
        </a:p>
      </dgm:t>
    </dgm:pt>
    <dgm:pt modelId="{1864A642-D36A-4FF3-8EB5-B95F0E84493A}" type="sibTrans" cxnId="{E45A21AC-9156-47DB-A04D-BBA54D987AE0}">
      <dgm:prSet/>
      <dgm:spPr/>
      <dgm:t>
        <a:bodyPr/>
        <a:lstStyle/>
        <a:p>
          <a:endParaRPr lang="en-US"/>
        </a:p>
      </dgm:t>
    </dgm:pt>
    <dgm:pt modelId="{EE645CAE-24CC-4663-BCF7-36E8B4D9561B}">
      <dgm:prSet/>
      <dgm:spPr/>
      <dgm:t>
        <a:bodyPr/>
        <a:lstStyle/>
        <a:p>
          <a:r>
            <a:rPr lang="en-US"/>
            <a:t>URL: http://127.0.0.1:5000/roles</a:t>
          </a:r>
        </a:p>
      </dgm:t>
    </dgm:pt>
    <dgm:pt modelId="{97A25AA5-056A-4BC8-833E-4967E5AECF3C}" type="parTrans" cxnId="{4753A649-6997-4A50-86F3-08990B12D504}">
      <dgm:prSet/>
      <dgm:spPr/>
      <dgm:t>
        <a:bodyPr/>
        <a:lstStyle/>
        <a:p>
          <a:endParaRPr lang="en-US"/>
        </a:p>
      </dgm:t>
    </dgm:pt>
    <dgm:pt modelId="{152C4E32-2CF6-4107-89E8-0E144B152B44}" type="sibTrans" cxnId="{4753A649-6997-4A50-86F3-08990B12D504}">
      <dgm:prSet/>
      <dgm:spPr/>
      <dgm:t>
        <a:bodyPr/>
        <a:lstStyle/>
        <a:p>
          <a:endParaRPr lang="en-US"/>
        </a:p>
      </dgm:t>
    </dgm:pt>
    <dgm:pt modelId="{2E4056C9-37BF-4AC7-BBED-C86A94E9E54C}">
      <dgm:prSet/>
      <dgm:spPr/>
      <dgm:t>
        <a:bodyPr/>
        <a:lstStyle/>
        <a:p>
          <a:r>
            <a:rPr lang="en-US"/>
            <a:t>Database auto-creates on first run</a:t>
          </a:r>
        </a:p>
      </dgm:t>
    </dgm:pt>
    <dgm:pt modelId="{2F62434A-3819-4164-97B6-6EE128A516B3}" type="parTrans" cxnId="{860B6F47-DAD4-4850-B84F-1791F6E178EB}">
      <dgm:prSet/>
      <dgm:spPr/>
      <dgm:t>
        <a:bodyPr/>
        <a:lstStyle/>
        <a:p>
          <a:endParaRPr lang="en-US"/>
        </a:p>
      </dgm:t>
    </dgm:pt>
    <dgm:pt modelId="{DB1BCFEE-372F-4291-932C-ECC7AC05BFB0}" type="sibTrans" cxnId="{860B6F47-DAD4-4850-B84F-1791F6E178EB}">
      <dgm:prSet/>
      <dgm:spPr/>
      <dgm:t>
        <a:bodyPr/>
        <a:lstStyle/>
        <a:p>
          <a:endParaRPr lang="en-US"/>
        </a:p>
      </dgm:t>
    </dgm:pt>
    <dgm:pt modelId="{162BFF84-4BA8-44D9-B385-C0781699239B}" type="pres">
      <dgm:prSet presAssocID="{EFD29458-9176-4632-9A0A-6ACD34C9C65A}" presName="linear" presStyleCnt="0">
        <dgm:presLayoutVars>
          <dgm:animLvl val="lvl"/>
          <dgm:resizeHandles val="exact"/>
        </dgm:presLayoutVars>
      </dgm:prSet>
      <dgm:spPr/>
    </dgm:pt>
    <dgm:pt modelId="{A07A036C-1795-4D53-A3B9-AAAC84669550}" type="pres">
      <dgm:prSet presAssocID="{FDAB90C0-0946-4521-8334-6C037FB2A98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FBE696F-F67A-4CE8-8799-E92CF1D5CC16}" type="pres">
      <dgm:prSet presAssocID="{05C3E298-E2F9-4486-9021-47ADC47AA0FC}" presName="spacer" presStyleCnt="0"/>
      <dgm:spPr/>
    </dgm:pt>
    <dgm:pt modelId="{A175F464-869A-443C-B278-43E6F6EF43F4}" type="pres">
      <dgm:prSet presAssocID="{165BFFAC-4797-4FCF-B4FE-F6B389EC9E8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13A2A00-5D9B-4DB8-A289-269F817B18ED}" type="pres">
      <dgm:prSet presAssocID="{1864A642-D36A-4FF3-8EB5-B95F0E84493A}" presName="spacer" presStyleCnt="0"/>
      <dgm:spPr/>
    </dgm:pt>
    <dgm:pt modelId="{A5D8F53F-C90E-4E56-9419-D64F33042E11}" type="pres">
      <dgm:prSet presAssocID="{EE645CAE-24CC-4663-BCF7-36E8B4D9561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40BB0A6-0B61-4276-9353-A123E34671C7}" type="pres">
      <dgm:prSet presAssocID="{152C4E32-2CF6-4107-89E8-0E144B152B44}" presName="spacer" presStyleCnt="0"/>
      <dgm:spPr/>
    </dgm:pt>
    <dgm:pt modelId="{75867BD5-B275-4A03-9AA3-B6F53CD944C5}" type="pres">
      <dgm:prSet presAssocID="{2E4056C9-37BF-4AC7-BBED-C86A94E9E54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60B6F47-DAD4-4850-B84F-1791F6E178EB}" srcId="{EFD29458-9176-4632-9A0A-6ACD34C9C65A}" destId="{2E4056C9-37BF-4AC7-BBED-C86A94E9E54C}" srcOrd="3" destOrd="0" parTransId="{2F62434A-3819-4164-97B6-6EE128A516B3}" sibTransId="{DB1BCFEE-372F-4291-932C-ECC7AC05BFB0}"/>
    <dgm:cxn modelId="{4753A649-6997-4A50-86F3-08990B12D504}" srcId="{EFD29458-9176-4632-9A0A-6ACD34C9C65A}" destId="{EE645CAE-24CC-4663-BCF7-36E8B4D9561B}" srcOrd="2" destOrd="0" parTransId="{97A25AA5-056A-4BC8-833E-4967E5AECF3C}" sibTransId="{152C4E32-2CF6-4107-89E8-0E144B152B44}"/>
    <dgm:cxn modelId="{01470655-C934-4604-8446-8D95C24309CC}" type="presOf" srcId="{FDAB90C0-0946-4521-8334-6C037FB2A98A}" destId="{A07A036C-1795-4D53-A3B9-AAAC84669550}" srcOrd="0" destOrd="0" presId="urn:microsoft.com/office/officeart/2005/8/layout/vList2"/>
    <dgm:cxn modelId="{BB26A37F-08F4-4C29-A65A-31273B08E3DD}" srcId="{EFD29458-9176-4632-9A0A-6ACD34C9C65A}" destId="{FDAB90C0-0946-4521-8334-6C037FB2A98A}" srcOrd="0" destOrd="0" parTransId="{F5BBEB8F-78A3-400E-BB88-5A2B3FB8559E}" sibTransId="{05C3E298-E2F9-4486-9021-47ADC47AA0FC}"/>
    <dgm:cxn modelId="{B783408D-6F9D-41F9-A2D1-0C121C0F6B52}" type="presOf" srcId="{EFD29458-9176-4632-9A0A-6ACD34C9C65A}" destId="{162BFF84-4BA8-44D9-B385-C0781699239B}" srcOrd="0" destOrd="0" presId="urn:microsoft.com/office/officeart/2005/8/layout/vList2"/>
    <dgm:cxn modelId="{403D9996-A5CF-4E7D-9EB3-C5945BC04356}" type="presOf" srcId="{165BFFAC-4797-4FCF-B4FE-F6B389EC9E86}" destId="{A175F464-869A-443C-B278-43E6F6EF43F4}" srcOrd="0" destOrd="0" presId="urn:microsoft.com/office/officeart/2005/8/layout/vList2"/>
    <dgm:cxn modelId="{F796BFA0-AC3E-4127-9363-BB707F135561}" type="presOf" srcId="{2E4056C9-37BF-4AC7-BBED-C86A94E9E54C}" destId="{75867BD5-B275-4A03-9AA3-B6F53CD944C5}" srcOrd="0" destOrd="0" presId="urn:microsoft.com/office/officeart/2005/8/layout/vList2"/>
    <dgm:cxn modelId="{E45A21AC-9156-47DB-A04D-BBA54D987AE0}" srcId="{EFD29458-9176-4632-9A0A-6ACD34C9C65A}" destId="{165BFFAC-4797-4FCF-B4FE-F6B389EC9E86}" srcOrd="1" destOrd="0" parTransId="{F694C176-397F-4212-9EAB-1258C9A314E6}" sibTransId="{1864A642-D36A-4FF3-8EB5-B95F0E84493A}"/>
    <dgm:cxn modelId="{28CF02ED-BDA9-4CE5-B80D-4840436DA0D3}" type="presOf" srcId="{EE645CAE-24CC-4663-BCF7-36E8B4D9561B}" destId="{A5D8F53F-C90E-4E56-9419-D64F33042E11}" srcOrd="0" destOrd="0" presId="urn:microsoft.com/office/officeart/2005/8/layout/vList2"/>
    <dgm:cxn modelId="{6F7E2AAA-F4E9-44FC-BAC9-E452D6EF52CC}" type="presParOf" srcId="{162BFF84-4BA8-44D9-B385-C0781699239B}" destId="{A07A036C-1795-4D53-A3B9-AAAC84669550}" srcOrd="0" destOrd="0" presId="urn:microsoft.com/office/officeart/2005/8/layout/vList2"/>
    <dgm:cxn modelId="{2C208895-6E6D-4BF2-BF06-B170F97DF1D9}" type="presParOf" srcId="{162BFF84-4BA8-44D9-B385-C0781699239B}" destId="{8FBE696F-F67A-4CE8-8799-E92CF1D5CC16}" srcOrd="1" destOrd="0" presId="urn:microsoft.com/office/officeart/2005/8/layout/vList2"/>
    <dgm:cxn modelId="{A09E0A0C-0619-450E-A500-4F70A4EA76D1}" type="presParOf" srcId="{162BFF84-4BA8-44D9-B385-C0781699239B}" destId="{A175F464-869A-443C-B278-43E6F6EF43F4}" srcOrd="2" destOrd="0" presId="urn:microsoft.com/office/officeart/2005/8/layout/vList2"/>
    <dgm:cxn modelId="{CDF51016-F623-411A-AE80-EAD7F77C69A1}" type="presParOf" srcId="{162BFF84-4BA8-44D9-B385-C0781699239B}" destId="{113A2A00-5D9B-4DB8-A289-269F817B18ED}" srcOrd="3" destOrd="0" presId="urn:microsoft.com/office/officeart/2005/8/layout/vList2"/>
    <dgm:cxn modelId="{39635690-B407-435C-B389-CF8B33C628C2}" type="presParOf" srcId="{162BFF84-4BA8-44D9-B385-C0781699239B}" destId="{A5D8F53F-C90E-4E56-9419-D64F33042E11}" srcOrd="4" destOrd="0" presId="urn:microsoft.com/office/officeart/2005/8/layout/vList2"/>
    <dgm:cxn modelId="{35A33E17-E6A6-4349-A625-84DA527F19EF}" type="presParOf" srcId="{162BFF84-4BA8-44D9-B385-C0781699239B}" destId="{140BB0A6-0B61-4276-9353-A123E34671C7}" srcOrd="5" destOrd="0" presId="urn:microsoft.com/office/officeart/2005/8/layout/vList2"/>
    <dgm:cxn modelId="{788E6EA5-754A-4217-B906-7E5060A4C9DE}" type="presParOf" srcId="{162BFF84-4BA8-44D9-B385-C0781699239B}" destId="{75867BD5-B275-4A03-9AA3-B6F53CD944C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2B12135-2C91-42B2-84DF-BE0E6E20A04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A2C7839-3B91-4DCC-86B7-CDA05E87D3DD}">
      <dgm:prSet/>
      <dgm:spPr/>
      <dgm:t>
        <a:bodyPr/>
        <a:lstStyle/>
        <a:p>
          <a:r>
            <a:rPr lang="en-US"/>
            <a:t>Complete RBAC workflow</a:t>
          </a:r>
        </a:p>
      </dgm:t>
    </dgm:pt>
    <dgm:pt modelId="{F41E0B0A-BF2B-477F-9DFF-638018A7C021}" type="parTrans" cxnId="{D09061DB-4DB3-4D88-B4F0-763E28C9930B}">
      <dgm:prSet/>
      <dgm:spPr/>
      <dgm:t>
        <a:bodyPr/>
        <a:lstStyle/>
        <a:p>
          <a:endParaRPr lang="en-US"/>
        </a:p>
      </dgm:t>
    </dgm:pt>
    <dgm:pt modelId="{4F4E012D-65F2-4F58-A598-D786A0C396AA}" type="sibTrans" cxnId="{D09061DB-4DB3-4D88-B4F0-763E28C9930B}">
      <dgm:prSet/>
      <dgm:spPr/>
      <dgm:t>
        <a:bodyPr/>
        <a:lstStyle/>
        <a:p>
          <a:endParaRPr lang="en-US"/>
        </a:p>
      </dgm:t>
    </dgm:pt>
    <dgm:pt modelId="{857C1282-014A-44F8-9F00-F8E93ACC163F}">
      <dgm:prSet/>
      <dgm:spPr/>
      <dgm:t>
        <a:bodyPr/>
        <a:lstStyle/>
        <a:p>
          <a:r>
            <a:rPr lang="en-US"/>
            <a:t>Clean modern UI</a:t>
          </a:r>
        </a:p>
      </dgm:t>
    </dgm:pt>
    <dgm:pt modelId="{D7946A8C-4020-4B1D-8D1D-5832D1CC89D5}" type="parTrans" cxnId="{28AF4ED9-FAB9-4E48-B37D-D06C1F36C586}">
      <dgm:prSet/>
      <dgm:spPr/>
      <dgm:t>
        <a:bodyPr/>
        <a:lstStyle/>
        <a:p>
          <a:endParaRPr lang="en-US"/>
        </a:p>
      </dgm:t>
    </dgm:pt>
    <dgm:pt modelId="{12687D48-06A2-4842-BF95-9801AD4F0D2A}" type="sibTrans" cxnId="{28AF4ED9-FAB9-4E48-B37D-D06C1F36C586}">
      <dgm:prSet/>
      <dgm:spPr/>
      <dgm:t>
        <a:bodyPr/>
        <a:lstStyle/>
        <a:p>
          <a:endParaRPr lang="en-US"/>
        </a:p>
      </dgm:t>
    </dgm:pt>
    <dgm:pt modelId="{C675BD12-3D86-4616-850A-F0603CF08812}">
      <dgm:prSet/>
      <dgm:spPr/>
      <dgm:t>
        <a:bodyPr/>
        <a:lstStyle/>
        <a:p>
          <a:r>
            <a:rPr lang="en-US" dirty="0"/>
            <a:t>JSON-based privileges = flexible</a:t>
          </a:r>
        </a:p>
      </dgm:t>
    </dgm:pt>
    <dgm:pt modelId="{6E1E9BFB-6E56-4F86-9F06-349002EC9BC6}" type="parTrans" cxnId="{61D73BEC-6023-48B6-80E3-FBBB411D1690}">
      <dgm:prSet/>
      <dgm:spPr/>
      <dgm:t>
        <a:bodyPr/>
        <a:lstStyle/>
        <a:p>
          <a:endParaRPr lang="en-US"/>
        </a:p>
      </dgm:t>
    </dgm:pt>
    <dgm:pt modelId="{B4467959-C669-473D-BAA4-6BB4C2F77FA7}" type="sibTrans" cxnId="{61D73BEC-6023-48B6-80E3-FBBB411D1690}">
      <dgm:prSet/>
      <dgm:spPr/>
      <dgm:t>
        <a:bodyPr/>
        <a:lstStyle/>
        <a:p>
          <a:endParaRPr lang="en-US"/>
        </a:p>
      </dgm:t>
    </dgm:pt>
    <dgm:pt modelId="{E6C7BCF7-B095-4553-826F-3932539DAF8B}">
      <dgm:prSet/>
      <dgm:spPr/>
      <dgm:t>
        <a:bodyPr/>
        <a:lstStyle/>
        <a:p>
          <a:r>
            <a:rPr lang="en-US"/>
            <a:t>Flask + SQLite = lightweight &amp; portable</a:t>
          </a:r>
        </a:p>
      </dgm:t>
    </dgm:pt>
    <dgm:pt modelId="{4532C45F-9387-4811-9025-21899B008382}" type="parTrans" cxnId="{597619A2-5D60-435A-9FC0-B66AC1D3796D}">
      <dgm:prSet/>
      <dgm:spPr/>
      <dgm:t>
        <a:bodyPr/>
        <a:lstStyle/>
        <a:p>
          <a:endParaRPr lang="en-US"/>
        </a:p>
      </dgm:t>
    </dgm:pt>
    <dgm:pt modelId="{DAC84180-D9F0-4E9D-BC49-93BDED939E42}" type="sibTrans" cxnId="{597619A2-5D60-435A-9FC0-B66AC1D3796D}">
      <dgm:prSet/>
      <dgm:spPr/>
      <dgm:t>
        <a:bodyPr/>
        <a:lstStyle/>
        <a:p>
          <a:endParaRPr lang="en-US"/>
        </a:p>
      </dgm:t>
    </dgm:pt>
    <dgm:pt modelId="{30891C25-F26F-48A5-B31A-8990820BB6C2}">
      <dgm:prSet/>
      <dgm:spPr/>
      <dgm:t>
        <a:bodyPr/>
        <a:lstStyle/>
        <a:p>
          <a:r>
            <a:rPr lang="en-US"/>
            <a:t>Suitable for demos &amp; admin tools</a:t>
          </a:r>
        </a:p>
      </dgm:t>
    </dgm:pt>
    <dgm:pt modelId="{84B7672D-8BAA-41F0-A5BB-4A6C10C9DEA6}" type="parTrans" cxnId="{E78B52BE-32C8-400B-A425-F287824FBAB3}">
      <dgm:prSet/>
      <dgm:spPr/>
      <dgm:t>
        <a:bodyPr/>
        <a:lstStyle/>
        <a:p>
          <a:endParaRPr lang="en-US"/>
        </a:p>
      </dgm:t>
    </dgm:pt>
    <dgm:pt modelId="{D6F0E498-A3AB-4824-B1AF-704A9520F2F4}" type="sibTrans" cxnId="{E78B52BE-32C8-400B-A425-F287824FBAB3}">
      <dgm:prSet/>
      <dgm:spPr/>
      <dgm:t>
        <a:bodyPr/>
        <a:lstStyle/>
        <a:p>
          <a:endParaRPr lang="en-US"/>
        </a:p>
      </dgm:t>
    </dgm:pt>
    <dgm:pt modelId="{EE0D76C0-9A4C-4286-8406-40569CEB8C2D}" type="pres">
      <dgm:prSet presAssocID="{F2B12135-2C91-42B2-84DF-BE0E6E20A04A}" presName="root" presStyleCnt="0">
        <dgm:presLayoutVars>
          <dgm:dir/>
          <dgm:resizeHandles val="exact"/>
        </dgm:presLayoutVars>
      </dgm:prSet>
      <dgm:spPr/>
    </dgm:pt>
    <dgm:pt modelId="{A3B65AFA-11CC-4410-A941-681EE497D855}" type="pres">
      <dgm:prSet presAssocID="{5A2C7839-3B91-4DCC-86B7-CDA05E87D3DD}" presName="compNode" presStyleCnt="0"/>
      <dgm:spPr/>
    </dgm:pt>
    <dgm:pt modelId="{5D0D54B8-D893-4C02-B566-438CDA569BED}" type="pres">
      <dgm:prSet presAssocID="{5A2C7839-3B91-4DCC-86B7-CDA05E87D3DD}" presName="bgRect" presStyleLbl="bgShp" presStyleIdx="0" presStyleCnt="5"/>
      <dgm:spPr/>
    </dgm:pt>
    <dgm:pt modelId="{E5184E7E-3051-4DC5-8FF1-DFED03E835B4}" type="pres">
      <dgm:prSet presAssocID="{5A2C7839-3B91-4DCC-86B7-CDA05E87D3D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585AD2F8-9CC3-43BC-BFF3-6D912A342665}" type="pres">
      <dgm:prSet presAssocID="{5A2C7839-3B91-4DCC-86B7-CDA05E87D3DD}" presName="spaceRect" presStyleCnt="0"/>
      <dgm:spPr/>
    </dgm:pt>
    <dgm:pt modelId="{D5A79DC5-CE24-46AC-B2D4-3F939224430E}" type="pres">
      <dgm:prSet presAssocID="{5A2C7839-3B91-4DCC-86B7-CDA05E87D3DD}" presName="parTx" presStyleLbl="revTx" presStyleIdx="0" presStyleCnt="5">
        <dgm:presLayoutVars>
          <dgm:chMax val="0"/>
          <dgm:chPref val="0"/>
        </dgm:presLayoutVars>
      </dgm:prSet>
      <dgm:spPr/>
    </dgm:pt>
    <dgm:pt modelId="{A95D846C-F895-455B-9E08-9EA00E8DBF0B}" type="pres">
      <dgm:prSet presAssocID="{4F4E012D-65F2-4F58-A598-D786A0C396AA}" presName="sibTrans" presStyleCnt="0"/>
      <dgm:spPr/>
    </dgm:pt>
    <dgm:pt modelId="{C505EFBA-C89A-431F-B90D-BA9E445D6C1D}" type="pres">
      <dgm:prSet presAssocID="{857C1282-014A-44F8-9F00-F8E93ACC163F}" presName="compNode" presStyleCnt="0"/>
      <dgm:spPr/>
    </dgm:pt>
    <dgm:pt modelId="{1F808954-785B-40D5-87D9-675E2B24B142}" type="pres">
      <dgm:prSet presAssocID="{857C1282-014A-44F8-9F00-F8E93ACC163F}" presName="bgRect" presStyleLbl="bgShp" presStyleIdx="1" presStyleCnt="5"/>
      <dgm:spPr/>
    </dgm:pt>
    <dgm:pt modelId="{E613AE67-D5F2-4431-8C3D-3180BDA9761B}" type="pres">
      <dgm:prSet presAssocID="{857C1282-014A-44F8-9F00-F8E93ACC163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75BF21F-7122-4459-8077-0EDA2A830ACA}" type="pres">
      <dgm:prSet presAssocID="{857C1282-014A-44F8-9F00-F8E93ACC163F}" presName="spaceRect" presStyleCnt="0"/>
      <dgm:spPr/>
    </dgm:pt>
    <dgm:pt modelId="{09B700EC-CF62-4F3B-938C-28523C944682}" type="pres">
      <dgm:prSet presAssocID="{857C1282-014A-44F8-9F00-F8E93ACC163F}" presName="parTx" presStyleLbl="revTx" presStyleIdx="1" presStyleCnt="5">
        <dgm:presLayoutVars>
          <dgm:chMax val="0"/>
          <dgm:chPref val="0"/>
        </dgm:presLayoutVars>
      </dgm:prSet>
      <dgm:spPr/>
    </dgm:pt>
    <dgm:pt modelId="{99854306-10C0-4EFB-BA01-E568C81F0848}" type="pres">
      <dgm:prSet presAssocID="{12687D48-06A2-4842-BF95-9801AD4F0D2A}" presName="sibTrans" presStyleCnt="0"/>
      <dgm:spPr/>
    </dgm:pt>
    <dgm:pt modelId="{DC4EA07A-3B60-44B9-A218-FF918FB42D4D}" type="pres">
      <dgm:prSet presAssocID="{C675BD12-3D86-4616-850A-F0603CF08812}" presName="compNode" presStyleCnt="0"/>
      <dgm:spPr/>
    </dgm:pt>
    <dgm:pt modelId="{FED48874-0BD4-4DC7-94D2-9F064AD0655A}" type="pres">
      <dgm:prSet presAssocID="{C675BD12-3D86-4616-850A-F0603CF08812}" presName="bgRect" presStyleLbl="bgShp" presStyleIdx="2" presStyleCnt="5"/>
      <dgm:spPr/>
    </dgm:pt>
    <dgm:pt modelId="{B8C2D55A-0DEF-425D-B7FD-84E1D0069B40}" type="pres">
      <dgm:prSet presAssocID="{C675BD12-3D86-4616-850A-F0603CF0881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9A25184B-19B2-47AF-8359-CA6891DC01F9}" type="pres">
      <dgm:prSet presAssocID="{C675BD12-3D86-4616-850A-F0603CF08812}" presName="spaceRect" presStyleCnt="0"/>
      <dgm:spPr/>
    </dgm:pt>
    <dgm:pt modelId="{22F923F9-1A75-4A1F-A2E2-7452F694D759}" type="pres">
      <dgm:prSet presAssocID="{C675BD12-3D86-4616-850A-F0603CF08812}" presName="parTx" presStyleLbl="revTx" presStyleIdx="2" presStyleCnt="5">
        <dgm:presLayoutVars>
          <dgm:chMax val="0"/>
          <dgm:chPref val="0"/>
        </dgm:presLayoutVars>
      </dgm:prSet>
      <dgm:spPr/>
    </dgm:pt>
    <dgm:pt modelId="{8BBD995F-5C7C-4249-ACD7-E732DA5345E7}" type="pres">
      <dgm:prSet presAssocID="{B4467959-C669-473D-BAA4-6BB4C2F77FA7}" presName="sibTrans" presStyleCnt="0"/>
      <dgm:spPr/>
    </dgm:pt>
    <dgm:pt modelId="{94974C69-66FE-4CFC-9EA2-237D5E15D02E}" type="pres">
      <dgm:prSet presAssocID="{E6C7BCF7-B095-4553-826F-3932539DAF8B}" presName="compNode" presStyleCnt="0"/>
      <dgm:spPr/>
    </dgm:pt>
    <dgm:pt modelId="{444A2E29-8EF7-4D64-9FB4-E82B263C51F0}" type="pres">
      <dgm:prSet presAssocID="{E6C7BCF7-B095-4553-826F-3932539DAF8B}" presName="bgRect" presStyleLbl="bgShp" presStyleIdx="3" presStyleCnt="5"/>
      <dgm:spPr/>
    </dgm:pt>
    <dgm:pt modelId="{4F5E443C-DA05-45F3-9FDC-4167CAB7A266}" type="pres">
      <dgm:prSet presAssocID="{E6C7BCF7-B095-4553-826F-3932539DAF8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F310F400-85C1-4287-ABB5-800DB98F2EE5}" type="pres">
      <dgm:prSet presAssocID="{E6C7BCF7-B095-4553-826F-3932539DAF8B}" presName="spaceRect" presStyleCnt="0"/>
      <dgm:spPr/>
    </dgm:pt>
    <dgm:pt modelId="{C98F81EF-8A8D-4517-867C-0117DDA3ECFC}" type="pres">
      <dgm:prSet presAssocID="{E6C7BCF7-B095-4553-826F-3932539DAF8B}" presName="parTx" presStyleLbl="revTx" presStyleIdx="3" presStyleCnt="5">
        <dgm:presLayoutVars>
          <dgm:chMax val="0"/>
          <dgm:chPref val="0"/>
        </dgm:presLayoutVars>
      </dgm:prSet>
      <dgm:spPr/>
    </dgm:pt>
    <dgm:pt modelId="{9642AD43-0AB6-4C77-8428-51433054790D}" type="pres">
      <dgm:prSet presAssocID="{DAC84180-D9F0-4E9D-BC49-93BDED939E42}" presName="sibTrans" presStyleCnt="0"/>
      <dgm:spPr/>
    </dgm:pt>
    <dgm:pt modelId="{E49182FD-27BC-41C0-8B7D-597D825B5BDB}" type="pres">
      <dgm:prSet presAssocID="{30891C25-F26F-48A5-B31A-8990820BB6C2}" presName="compNode" presStyleCnt="0"/>
      <dgm:spPr/>
    </dgm:pt>
    <dgm:pt modelId="{FC8A04F8-5795-4CE0-8787-F09271978BFF}" type="pres">
      <dgm:prSet presAssocID="{30891C25-F26F-48A5-B31A-8990820BB6C2}" presName="bgRect" presStyleLbl="bgShp" presStyleIdx="4" presStyleCnt="5"/>
      <dgm:spPr/>
    </dgm:pt>
    <dgm:pt modelId="{509E20F8-1E94-4070-B6DF-229A2D64DEBC}" type="pres">
      <dgm:prSet presAssocID="{30891C25-F26F-48A5-B31A-8990820BB6C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AF07B2DA-8D66-4E58-9B1A-827C9816BE2A}" type="pres">
      <dgm:prSet presAssocID="{30891C25-F26F-48A5-B31A-8990820BB6C2}" presName="spaceRect" presStyleCnt="0"/>
      <dgm:spPr/>
    </dgm:pt>
    <dgm:pt modelId="{77F245C9-24D6-4CA6-AB6D-A0D6039B18EE}" type="pres">
      <dgm:prSet presAssocID="{30891C25-F26F-48A5-B31A-8990820BB6C2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1EAA114-BDED-4170-90C8-C66834209F76}" type="presOf" srcId="{5A2C7839-3B91-4DCC-86B7-CDA05E87D3DD}" destId="{D5A79DC5-CE24-46AC-B2D4-3F939224430E}" srcOrd="0" destOrd="0" presId="urn:microsoft.com/office/officeart/2018/2/layout/IconVerticalSolidList"/>
    <dgm:cxn modelId="{C9191B23-07E2-42D4-955C-03F305A2DDE8}" type="presOf" srcId="{F2B12135-2C91-42B2-84DF-BE0E6E20A04A}" destId="{EE0D76C0-9A4C-4286-8406-40569CEB8C2D}" srcOrd="0" destOrd="0" presId="urn:microsoft.com/office/officeart/2018/2/layout/IconVerticalSolidList"/>
    <dgm:cxn modelId="{E8A7879D-FCB4-4CC0-BB24-82A86CB49670}" type="presOf" srcId="{E6C7BCF7-B095-4553-826F-3932539DAF8B}" destId="{C98F81EF-8A8D-4517-867C-0117DDA3ECFC}" srcOrd="0" destOrd="0" presId="urn:microsoft.com/office/officeart/2018/2/layout/IconVerticalSolidList"/>
    <dgm:cxn modelId="{597619A2-5D60-435A-9FC0-B66AC1D3796D}" srcId="{F2B12135-2C91-42B2-84DF-BE0E6E20A04A}" destId="{E6C7BCF7-B095-4553-826F-3932539DAF8B}" srcOrd="3" destOrd="0" parTransId="{4532C45F-9387-4811-9025-21899B008382}" sibTransId="{DAC84180-D9F0-4E9D-BC49-93BDED939E42}"/>
    <dgm:cxn modelId="{7C2A5FAE-C48E-4894-B59F-0270A20C4A0F}" type="presOf" srcId="{30891C25-F26F-48A5-B31A-8990820BB6C2}" destId="{77F245C9-24D6-4CA6-AB6D-A0D6039B18EE}" srcOrd="0" destOrd="0" presId="urn:microsoft.com/office/officeart/2018/2/layout/IconVerticalSolidList"/>
    <dgm:cxn modelId="{A15EAFB3-A16E-4029-8304-8B9CA46B3973}" type="presOf" srcId="{C675BD12-3D86-4616-850A-F0603CF08812}" destId="{22F923F9-1A75-4A1F-A2E2-7452F694D759}" srcOrd="0" destOrd="0" presId="urn:microsoft.com/office/officeart/2018/2/layout/IconVerticalSolidList"/>
    <dgm:cxn modelId="{2F13B5BC-98F5-445F-9C63-77FC0C5A52B6}" type="presOf" srcId="{857C1282-014A-44F8-9F00-F8E93ACC163F}" destId="{09B700EC-CF62-4F3B-938C-28523C944682}" srcOrd="0" destOrd="0" presId="urn:microsoft.com/office/officeart/2018/2/layout/IconVerticalSolidList"/>
    <dgm:cxn modelId="{E78B52BE-32C8-400B-A425-F287824FBAB3}" srcId="{F2B12135-2C91-42B2-84DF-BE0E6E20A04A}" destId="{30891C25-F26F-48A5-B31A-8990820BB6C2}" srcOrd="4" destOrd="0" parTransId="{84B7672D-8BAA-41F0-A5BB-4A6C10C9DEA6}" sibTransId="{D6F0E498-A3AB-4824-B1AF-704A9520F2F4}"/>
    <dgm:cxn modelId="{28AF4ED9-FAB9-4E48-B37D-D06C1F36C586}" srcId="{F2B12135-2C91-42B2-84DF-BE0E6E20A04A}" destId="{857C1282-014A-44F8-9F00-F8E93ACC163F}" srcOrd="1" destOrd="0" parTransId="{D7946A8C-4020-4B1D-8D1D-5832D1CC89D5}" sibTransId="{12687D48-06A2-4842-BF95-9801AD4F0D2A}"/>
    <dgm:cxn modelId="{D09061DB-4DB3-4D88-B4F0-763E28C9930B}" srcId="{F2B12135-2C91-42B2-84DF-BE0E6E20A04A}" destId="{5A2C7839-3B91-4DCC-86B7-CDA05E87D3DD}" srcOrd="0" destOrd="0" parTransId="{F41E0B0A-BF2B-477F-9DFF-638018A7C021}" sibTransId="{4F4E012D-65F2-4F58-A598-D786A0C396AA}"/>
    <dgm:cxn modelId="{61D73BEC-6023-48B6-80E3-FBBB411D1690}" srcId="{F2B12135-2C91-42B2-84DF-BE0E6E20A04A}" destId="{C675BD12-3D86-4616-850A-F0603CF08812}" srcOrd="2" destOrd="0" parTransId="{6E1E9BFB-6E56-4F86-9F06-349002EC9BC6}" sibTransId="{B4467959-C669-473D-BAA4-6BB4C2F77FA7}"/>
    <dgm:cxn modelId="{AF8B39C5-C861-4CED-9116-3856E0D3A7CC}" type="presParOf" srcId="{EE0D76C0-9A4C-4286-8406-40569CEB8C2D}" destId="{A3B65AFA-11CC-4410-A941-681EE497D855}" srcOrd="0" destOrd="0" presId="urn:microsoft.com/office/officeart/2018/2/layout/IconVerticalSolidList"/>
    <dgm:cxn modelId="{6C722040-D112-4F3F-B4B8-8E5C20AB4A56}" type="presParOf" srcId="{A3B65AFA-11CC-4410-A941-681EE497D855}" destId="{5D0D54B8-D893-4C02-B566-438CDA569BED}" srcOrd="0" destOrd="0" presId="urn:microsoft.com/office/officeart/2018/2/layout/IconVerticalSolidList"/>
    <dgm:cxn modelId="{566D307E-2B87-4531-855D-3F5DE89A6DF4}" type="presParOf" srcId="{A3B65AFA-11CC-4410-A941-681EE497D855}" destId="{E5184E7E-3051-4DC5-8FF1-DFED03E835B4}" srcOrd="1" destOrd="0" presId="urn:microsoft.com/office/officeart/2018/2/layout/IconVerticalSolidList"/>
    <dgm:cxn modelId="{E8744EDF-470E-44EE-B99C-95B61B4F1BFB}" type="presParOf" srcId="{A3B65AFA-11CC-4410-A941-681EE497D855}" destId="{585AD2F8-9CC3-43BC-BFF3-6D912A342665}" srcOrd="2" destOrd="0" presId="urn:microsoft.com/office/officeart/2018/2/layout/IconVerticalSolidList"/>
    <dgm:cxn modelId="{43A3C7A1-ABFA-442D-97B3-688FB0878A81}" type="presParOf" srcId="{A3B65AFA-11CC-4410-A941-681EE497D855}" destId="{D5A79DC5-CE24-46AC-B2D4-3F939224430E}" srcOrd="3" destOrd="0" presId="urn:microsoft.com/office/officeart/2018/2/layout/IconVerticalSolidList"/>
    <dgm:cxn modelId="{1B867811-097D-4DF4-A3DF-4715F4741AF7}" type="presParOf" srcId="{EE0D76C0-9A4C-4286-8406-40569CEB8C2D}" destId="{A95D846C-F895-455B-9E08-9EA00E8DBF0B}" srcOrd="1" destOrd="0" presId="urn:microsoft.com/office/officeart/2018/2/layout/IconVerticalSolidList"/>
    <dgm:cxn modelId="{3EAB069B-D2E1-43B3-8485-49143DA0EB78}" type="presParOf" srcId="{EE0D76C0-9A4C-4286-8406-40569CEB8C2D}" destId="{C505EFBA-C89A-431F-B90D-BA9E445D6C1D}" srcOrd="2" destOrd="0" presId="urn:microsoft.com/office/officeart/2018/2/layout/IconVerticalSolidList"/>
    <dgm:cxn modelId="{40A2703A-6EF3-44F3-8DF3-C493AE5A41BD}" type="presParOf" srcId="{C505EFBA-C89A-431F-B90D-BA9E445D6C1D}" destId="{1F808954-785B-40D5-87D9-675E2B24B142}" srcOrd="0" destOrd="0" presId="urn:microsoft.com/office/officeart/2018/2/layout/IconVerticalSolidList"/>
    <dgm:cxn modelId="{B927433D-94AD-43FB-AC5B-809B0D0DC8B6}" type="presParOf" srcId="{C505EFBA-C89A-431F-B90D-BA9E445D6C1D}" destId="{E613AE67-D5F2-4431-8C3D-3180BDA9761B}" srcOrd="1" destOrd="0" presId="urn:microsoft.com/office/officeart/2018/2/layout/IconVerticalSolidList"/>
    <dgm:cxn modelId="{AA3E7BC6-65C0-4BE1-A3EF-B6448EDFF954}" type="presParOf" srcId="{C505EFBA-C89A-431F-B90D-BA9E445D6C1D}" destId="{675BF21F-7122-4459-8077-0EDA2A830ACA}" srcOrd="2" destOrd="0" presId="urn:microsoft.com/office/officeart/2018/2/layout/IconVerticalSolidList"/>
    <dgm:cxn modelId="{F229DCF5-665D-46FD-85D7-1AD0BDF83A64}" type="presParOf" srcId="{C505EFBA-C89A-431F-B90D-BA9E445D6C1D}" destId="{09B700EC-CF62-4F3B-938C-28523C944682}" srcOrd="3" destOrd="0" presId="urn:microsoft.com/office/officeart/2018/2/layout/IconVerticalSolidList"/>
    <dgm:cxn modelId="{FF545368-8C0E-4788-8396-D670B6964133}" type="presParOf" srcId="{EE0D76C0-9A4C-4286-8406-40569CEB8C2D}" destId="{99854306-10C0-4EFB-BA01-E568C81F0848}" srcOrd="3" destOrd="0" presId="urn:microsoft.com/office/officeart/2018/2/layout/IconVerticalSolidList"/>
    <dgm:cxn modelId="{21815BA0-C7A2-4694-904C-A5B90FE5576B}" type="presParOf" srcId="{EE0D76C0-9A4C-4286-8406-40569CEB8C2D}" destId="{DC4EA07A-3B60-44B9-A218-FF918FB42D4D}" srcOrd="4" destOrd="0" presId="urn:microsoft.com/office/officeart/2018/2/layout/IconVerticalSolidList"/>
    <dgm:cxn modelId="{00583F38-A364-40A2-BC8E-72498D794439}" type="presParOf" srcId="{DC4EA07A-3B60-44B9-A218-FF918FB42D4D}" destId="{FED48874-0BD4-4DC7-94D2-9F064AD0655A}" srcOrd="0" destOrd="0" presId="urn:microsoft.com/office/officeart/2018/2/layout/IconVerticalSolidList"/>
    <dgm:cxn modelId="{A6CFE3CA-E5FA-4F95-971C-1FEBFA86A38F}" type="presParOf" srcId="{DC4EA07A-3B60-44B9-A218-FF918FB42D4D}" destId="{B8C2D55A-0DEF-425D-B7FD-84E1D0069B40}" srcOrd="1" destOrd="0" presId="urn:microsoft.com/office/officeart/2018/2/layout/IconVerticalSolidList"/>
    <dgm:cxn modelId="{ACE5BF87-D3D1-43DE-8F95-B18E7386C20D}" type="presParOf" srcId="{DC4EA07A-3B60-44B9-A218-FF918FB42D4D}" destId="{9A25184B-19B2-47AF-8359-CA6891DC01F9}" srcOrd="2" destOrd="0" presId="urn:microsoft.com/office/officeart/2018/2/layout/IconVerticalSolidList"/>
    <dgm:cxn modelId="{BA67CDD5-C030-4960-9D9E-25D8E96C2CA5}" type="presParOf" srcId="{DC4EA07A-3B60-44B9-A218-FF918FB42D4D}" destId="{22F923F9-1A75-4A1F-A2E2-7452F694D759}" srcOrd="3" destOrd="0" presId="urn:microsoft.com/office/officeart/2018/2/layout/IconVerticalSolidList"/>
    <dgm:cxn modelId="{A51A8901-4B5B-486E-B241-FAF5A9AF86AD}" type="presParOf" srcId="{EE0D76C0-9A4C-4286-8406-40569CEB8C2D}" destId="{8BBD995F-5C7C-4249-ACD7-E732DA5345E7}" srcOrd="5" destOrd="0" presId="urn:microsoft.com/office/officeart/2018/2/layout/IconVerticalSolidList"/>
    <dgm:cxn modelId="{EFED1941-79AB-47CF-B5BC-7F8D8FC9F42D}" type="presParOf" srcId="{EE0D76C0-9A4C-4286-8406-40569CEB8C2D}" destId="{94974C69-66FE-4CFC-9EA2-237D5E15D02E}" srcOrd="6" destOrd="0" presId="urn:microsoft.com/office/officeart/2018/2/layout/IconVerticalSolidList"/>
    <dgm:cxn modelId="{477A2BB0-5F7B-40E0-8812-E4ACA8911D36}" type="presParOf" srcId="{94974C69-66FE-4CFC-9EA2-237D5E15D02E}" destId="{444A2E29-8EF7-4D64-9FB4-E82B263C51F0}" srcOrd="0" destOrd="0" presId="urn:microsoft.com/office/officeart/2018/2/layout/IconVerticalSolidList"/>
    <dgm:cxn modelId="{B797BF12-0955-4F6B-98AF-F7C990C75B6B}" type="presParOf" srcId="{94974C69-66FE-4CFC-9EA2-237D5E15D02E}" destId="{4F5E443C-DA05-45F3-9FDC-4167CAB7A266}" srcOrd="1" destOrd="0" presId="urn:microsoft.com/office/officeart/2018/2/layout/IconVerticalSolidList"/>
    <dgm:cxn modelId="{E36BAE32-0A4A-4F6D-A3C6-EB2926D2CA7E}" type="presParOf" srcId="{94974C69-66FE-4CFC-9EA2-237D5E15D02E}" destId="{F310F400-85C1-4287-ABB5-800DB98F2EE5}" srcOrd="2" destOrd="0" presId="urn:microsoft.com/office/officeart/2018/2/layout/IconVerticalSolidList"/>
    <dgm:cxn modelId="{11872594-E8C8-40AE-B1E3-2133886600D0}" type="presParOf" srcId="{94974C69-66FE-4CFC-9EA2-237D5E15D02E}" destId="{C98F81EF-8A8D-4517-867C-0117DDA3ECFC}" srcOrd="3" destOrd="0" presId="urn:microsoft.com/office/officeart/2018/2/layout/IconVerticalSolidList"/>
    <dgm:cxn modelId="{09D9F4E6-7C3E-4B56-B903-26C30DB03AA7}" type="presParOf" srcId="{EE0D76C0-9A4C-4286-8406-40569CEB8C2D}" destId="{9642AD43-0AB6-4C77-8428-51433054790D}" srcOrd="7" destOrd="0" presId="urn:microsoft.com/office/officeart/2018/2/layout/IconVerticalSolidList"/>
    <dgm:cxn modelId="{F71F870B-AE7E-4585-A545-EF07D24584C2}" type="presParOf" srcId="{EE0D76C0-9A4C-4286-8406-40569CEB8C2D}" destId="{E49182FD-27BC-41C0-8B7D-597D825B5BDB}" srcOrd="8" destOrd="0" presId="urn:microsoft.com/office/officeart/2018/2/layout/IconVerticalSolidList"/>
    <dgm:cxn modelId="{6ED0CAE9-92CB-4973-83A0-D571B2CBA035}" type="presParOf" srcId="{E49182FD-27BC-41C0-8B7D-597D825B5BDB}" destId="{FC8A04F8-5795-4CE0-8787-F09271978BFF}" srcOrd="0" destOrd="0" presId="urn:microsoft.com/office/officeart/2018/2/layout/IconVerticalSolidList"/>
    <dgm:cxn modelId="{029D03FE-0142-4E74-A854-F548E9DB8CFF}" type="presParOf" srcId="{E49182FD-27BC-41C0-8B7D-597D825B5BDB}" destId="{509E20F8-1E94-4070-B6DF-229A2D64DEBC}" srcOrd="1" destOrd="0" presId="urn:microsoft.com/office/officeart/2018/2/layout/IconVerticalSolidList"/>
    <dgm:cxn modelId="{055B50BC-1478-411D-B908-0FEE8D4DE1FE}" type="presParOf" srcId="{E49182FD-27BC-41C0-8B7D-597D825B5BDB}" destId="{AF07B2DA-8D66-4E58-9B1A-827C9816BE2A}" srcOrd="2" destOrd="0" presId="urn:microsoft.com/office/officeart/2018/2/layout/IconVerticalSolidList"/>
    <dgm:cxn modelId="{71307D2C-470D-4960-9F50-5EEFF0A36A7B}" type="presParOf" srcId="{E49182FD-27BC-41C0-8B7D-597D825B5BDB}" destId="{77F245C9-24D6-4CA6-AB6D-A0D6039B18E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77998D-795C-4A76-93F2-B6469D832D91}">
      <dsp:nvSpPr>
        <dsp:cNvPr id="0" name=""/>
        <dsp:cNvSpPr/>
      </dsp:nvSpPr>
      <dsp:spPr>
        <a:xfrm>
          <a:off x="0" y="636484"/>
          <a:ext cx="4429635" cy="59962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2500" kern="1200"/>
            <a:t>Manage roles + privileges</a:t>
          </a:r>
          <a:endParaRPr lang="en-US" sz="2500" kern="1200"/>
        </a:p>
      </dsp:txBody>
      <dsp:txXfrm>
        <a:off x="29271" y="665755"/>
        <a:ext cx="4371093" cy="541083"/>
      </dsp:txXfrm>
    </dsp:sp>
    <dsp:sp modelId="{7FB675AA-BA81-4D4A-9F7A-EFA078548F55}">
      <dsp:nvSpPr>
        <dsp:cNvPr id="0" name=""/>
        <dsp:cNvSpPr/>
      </dsp:nvSpPr>
      <dsp:spPr>
        <a:xfrm>
          <a:off x="0" y="1308109"/>
          <a:ext cx="4429635" cy="599625"/>
        </a:xfrm>
        <a:prstGeom prst="roundRect">
          <a:avLst/>
        </a:prstGeom>
        <a:solidFill>
          <a:schemeClr val="accent2">
            <a:hueOff val="-264675"/>
            <a:satOff val="298"/>
            <a:lumOff val="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2500" kern="1200"/>
            <a:t>Manage users + metadata</a:t>
          </a:r>
          <a:endParaRPr lang="en-US" sz="2500" kern="1200"/>
        </a:p>
      </dsp:txBody>
      <dsp:txXfrm>
        <a:off x="29271" y="1337380"/>
        <a:ext cx="4371093" cy="541083"/>
      </dsp:txXfrm>
    </dsp:sp>
    <dsp:sp modelId="{950596B0-996E-454A-846F-4E6E89997987}">
      <dsp:nvSpPr>
        <dsp:cNvPr id="0" name=""/>
        <dsp:cNvSpPr/>
      </dsp:nvSpPr>
      <dsp:spPr>
        <a:xfrm>
          <a:off x="0" y="1979734"/>
          <a:ext cx="4429635" cy="599625"/>
        </a:xfrm>
        <a:prstGeom prst="roundRect">
          <a:avLst/>
        </a:prstGeom>
        <a:solidFill>
          <a:schemeClr val="accent2">
            <a:hueOff val="-529349"/>
            <a:satOff val="597"/>
            <a:lumOff val="1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2500" kern="1200"/>
            <a:t>SQLite + SQLAlchemy</a:t>
          </a:r>
          <a:endParaRPr lang="en-US" sz="2500" kern="1200"/>
        </a:p>
      </dsp:txBody>
      <dsp:txXfrm>
        <a:off x="29271" y="2009005"/>
        <a:ext cx="4371093" cy="541083"/>
      </dsp:txXfrm>
    </dsp:sp>
    <dsp:sp modelId="{8A2F4A09-B45C-4C4F-B803-F710D6956941}">
      <dsp:nvSpPr>
        <dsp:cNvPr id="0" name=""/>
        <dsp:cNvSpPr/>
      </dsp:nvSpPr>
      <dsp:spPr>
        <a:xfrm>
          <a:off x="0" y="2651359"/>
          <a:ext cx="4429635" cy="599625"/>
        </a:xfrm>
        <a:prstGeom prst="roundRect">
          <a:avLst/>
        </a:prstGeom>
        <a:solidFill>
          <a:schemeClr val="accent2">
            <a:hueOff val="-794024"/>
            <a:satOff val="895"/>
            <a:lumOff val="21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2500" kern="1200"/>
            <a:t>Single-file HTML/JS frontend</a:t>
          </a:r>
          <a:endParaRPr lang="en-US" sz="2500" kern="1200"/>
        </a:p>
      </dsp:txBody>
      <dsp:txXfrm>
        <a:off x="29271" y="2680630"/>
        <a:ext cx="4371093" cy="541083"/>
      </dsp:txXfrm>
    </dsp:sp>
    <dsp:sp modelId="{A46AB5CC-5A15-443E-9474-FC1D228083F8}">
      <dsp:nvSpPr>
        <dsp:cNvPr id="0" name=""/>
        <dsp:cNvSpPr/>
      </dsp:nvSpPr>
      <dsp:spPr>
        <a:xfrm>
          <a:off x="0" y="3322984"/>
          <a:ext cx="4429635" cy="599625"/>
        </a:xfrm>
        <a:prstGeom prst="roundRect">
          <a:avLst/>
        </a:prstGeom>
        <a:solidFill>
          <a:schemeClr val="accent2">
            <a:hueOff val="-1058698"/>
            <a:satOff val="1194"/>
            <a:lumOff val="2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2500" kern="1200"/>
            <a:t>REST API</a:t>
          </a:r>
          <a:endParaRPr lang="en-US" sz="2500" kern="1200"/>
        </a:p>
      </dsp:txBody>
      <dsp:txXfrm>
        <a:off x="29271" y="3352255"/>
        <a:ext cx="4371093" cy="541083"/>
      </dsp:txXfrm>
    </dsp:sp>
    <dsp:sp modelId="{2F928252-DFD4-4E7D-A859-A32C1752AB50}">
      <dsp:nvSpPr>
        <dsp:cNvPr id="0" name=""/>
        <dsp:cNvSpPr/>
      </dsp:nvSpPr>
      <dsp:spPr>
        <a:xfrm>
          <a:off x="0" y="3994609"/>
          <a:ext cx="4429635" cy="599625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2500" kern="1200"/>
            <a:t>Auto-seeding</a:t>
          </a:r>
          <a:endParaRPr lang="en-US" sz="2500" kern="1200"/>
        </a:p>
      </dsp:txBody>
      <dsp:txXfrm>
        <a:off x="29271" y="4023880"/>
        <a:ext cx="4371093" cy="54108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A34D48-E4E8-4575-B64A-8EBDED601393}">
      <dsp:nvSpPr>
        <dsp:cNvPr id="0" name=""/>
        <dsp:cNvSpPr/>
      </dsp:nvSpPr>
      <dsp:spPr>
        <a:xfrm>
          <a:off x="0" y="4086"/>
          <a:ext cx="4429635" cy="8704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ABBAE7-8B7C-46D4-9004-4202993AF8C4}">
      <dsp:nvSpPr>
        <dsp:cNvPr id="0" name=""/>
        <dsp:cNvSpPr/>
      </dsp:nvSpPr>
      <dsp:spPr>
        <a:xfrm>
          <a:off x="263303" y="199931"/>
          <a:ext cx="478733" cy="47873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D6FAA8-7C39-41FD-956A-7D3660E59E71}">
      <dsp:nvSpPr>
        <dsp:cNvPr id="0" name=""/>
        <dsp:cNvSpPr/>
      </dsp:nvSpPr>
      <dsp:spPr>
        <a:xfrm>
          <a:off x="1005339" y="4086"/>
          <a:ext cx="3424295" cy="870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120" tIns="92120" rIns="92120" bIns="9212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Flask backend handling REST APIs</a:t>
          </a:r>
        </a:p>
      </dsp:txBody>
      <dsp:txXfrm>
        <a:off x="1005339" y="4086"/>
        <a:ext cx="3424295" cy="870424"/>
      </dsp:txXfrm>
    </dsp:sp>
    <dsp:sp modelId="{29EFEF95-54D8-4A09-A3DC-934A94D1A370}">
      <dsp:nvSpPr>
        <dsp:cNvPr id="0" name=""/>
        <dsp:cNvSpPr/>
      </dsp:nvSpPr>
      <dsp:spPr>
        <a:xfrm>
          <a:off x="0" y="1092116"/>
          <a:ext cx="4429635" cy="8704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FAADDF-7EC5-49B4-8695-FA46A3FAD606}">
      <dsp:nvSpPr>
        <dsp:cNvPr id="0" name=""/>
        <dsp:cNvSpPr/>
      </dsp:nvSpPr>
      <dsp:spPr>
        <a:xfrm>
          <a:off x="263303" y="1287962"/>
          <a:ext cx="478733" cy="47873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8F72D3-DD6B-4C8F-876A-1F352BDBAB5A}">
      <dsp:nvSpPr>
        <dsp:cNvPr id="0" name=""/>
        <dsp:cNvSpPr/>
      </dsp:nvSpPr>
      <dsp:spPr>
        <a:xfrm>
          <a:off x="1005339" y="1092116"/>
          <a:ext cx="3424295" cy="870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120" tIns="92120" rIns="92120" bIns="9212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SQLite database for persistence</a:t>
          </a:r>
        </a:p>
      </dsp:txBody>
      <dsp:txXfrm>
        <a:off x="1005339" y="1092116"/>
        <a:ext cx="3424295" cy="870424"/>
      </dsp:txXfrm>
    </dsp:sp>
    <dsp:sp modelId="{CFFA1738-285A-43DD-A68B-7C1C35D1C21C}">
      <dsp:nvSpPr>
        <dsp:cNvPr id="0" name=""/>
        <dsp:cNvSpPr/>
      </dsp:nvSpPr>
      <dsp:spPr>
        <a:xfrm>
          <a:off x="0" y="2180146"/>
          <a:ext cx="4429635" cy="8704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3F1E06-4285-440D-8403-415532937171}">
      <dsp:nvSpPr>
        <dsp:cNvPr id="0" name=""/>
        <dsp:cNvSpPr/>
      </dsp:nvSpPr>
      <dsp:spPr>
        <a:xfrm>
          <a:off x="263303" y="2375992"/>
          <a:ext cx="478733" cy="47873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E5F863-3D74-4376-82AB-3D2048C649A6}">
      <dsp:nvSpPr>
        <dsp:cNvPr id="0" name=""/>
        <dsp:cNvSpPr/>
      </dsp:nvSpPr>
      <dsp:spPr>
        <a:xfrm>
          <a:off x="1005339" y="2180146"/>
          <a:ext cx="3424295" cy="870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120" tIns="92120" rIns="92120" bIns="9212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SQLAlchemy ORM for DB operations</a:t>
          </a:r>
        </a:p>
      </dsp:txBody>
      <dsp:txXfrm>
        <a:off x="1005339" y="2180146"/>
        <a:ext cx="3424295" cy="870424"/>
      </dsp:txXfrm>
    </dsp:sp>
    <dsp:sp modelId="{1B1E39B5-E703-4A80-822C-33F46CE7E49C}">
      <dsp:nvSpPr>
        <dsp:cNvPr id="0" name=""/>
        <dsp:cNvSpPr/>
      </dsp:nvSpPr>
      <dsp:spPr>
        <a:xfrm>
          <a:off x="0" y="3268177"/>
          <a:ext cx="4429635" cy="8704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C83AF1-990E-4560-AE01-B5F6C6203E91}">
      <dsp:nvSpPr>
        <dsp:cNvPr id="0" name=""/>
        <dsp:cNvSpPr/>
      </dsp:nvSpPr>
      <dsp:spPr>
        <a:xfrm>
          <a:off x="263303" y="3464022"/>
          <a:ext cx="478733" cy="47873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B0CC44-6189-48CC-86DC-D7E19E287FBB}">
      <dsp:nvSpPr>
        <dsp:cNvPr id="0" name=""/>
        <dsp:cNvSpPr/>
      </dsp:nvSpPr>
      <dsp:spPr>
        <a:xfrm>
          <a:off x="1005339" y="3268177"/>
          <a:ext cx="3424295" cy="870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120" tIns="92120" rIns="92120" bIns="9212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Single-file frontend (Bootstrap + JS)</a:t>
          </a:r>
        </a:p>
      </dsp:txBody>
      <dsp:txXfrm>
        <a:off x="1005339" y="3268177"/>
        <a:ext cx="3424295" cy="870424"/>
      </dsp:txXfrm>
    </dsp:sp>
    <dsp:sp modelId="{402DE986-6F3E-4D29-883B-6665FC6D4270}">
      <dsp:nvSpPr>
        <dsp:cNvPr id="0" name=""/>
        <dsp:cNvSpPr/>
      </dsp:nvSpPr>
      <dsp:spPr>
        <a:xfrm>
          <a:off x="0" y="4356207"/>
          <a:ext cx="4429635" cy="8704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773B92-0092-45B1-B458-F060B369B1F5}">
      <dsp:nvSpPr>
        <dsp:cNvPr id="0" name=""/>
        <dsp:cNvSpPr/>
      </dsp:nvSpPr>
      <dsp:spPr>
        <a:xfrm>
          <a:off x="263303" y="4552052"/>
          <a:ext cx="478733" cy="47873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036A8A-922D-45E1-BB75-BC5D0519413C}">
      <dsp:nvSpPr>
        <dsp:cNvPr id="0" name=""/>
        <dsp:cNvSpPr/>
      </dsp:nvSpPr>
      <dsp:spPr>
        <a:xfrm>
          <a:off x="1005339" y="4356207"/>
          <a:ext cx="3424295" cy="870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120" tIns="92120" rIns="92120" bIns="9212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JSON-based privileges structure</a:t>
          </a:r>
        </a:p>
      </dsp:txBody>
      <dsp:txXfrm>
        <a:off x="1005339" y="4356207"/>
        <a:ext cx="3424295" cy="8704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4F2875-B1CB-4C54-9064-9920A5740ABB}">
      <dsp:nvSpPr>
        <dsp:cNvPr id="0" name=""/>
        <dsp:cNvSpPr/>
      </dsp:nvSpPr>
      <dsp:spPr>
        <a:xfrm>
          <a:off x="0" y="1692"/>
          <a:ext cx="4429635" cy="7210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93E093-A6B4-4B3E-8EFD-FD62FDD49AA0}">
      <dsp:nvSpPr>
        <dsp:cNvPr id="0" name=""/>
        <dsp:cNvSpPr/>
      </dsp:nvSpPr>
      <dsp:spPr>
        <a:xfrm>
          <a:off x="218105" y="163919"/>
          <a:ext cx="396556" cy="3965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B85B02-449E-4AFF-A201-7DC280C90442}">
      <dsp:nvSpPr>
        <dsp:cNvPr id="0" name=""/>
        <dsp:cNvSpPr/>
      </dsp:nvSpPr>
      <dsp:spPr>
        <a:xfrm>
          <a:off x="832768" y="1692"/>
          <a:ext cx="3596866" cy="721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07" tIns="76307" rIns="76307" bIns="7630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Defines access control for each module</a:t>
          </a:r>
        </a:p>
      </dsp:txBody>
      <dsp:txXfrm>
        <a:off x="832768" y="1692"/>
        <a:ext cx="3596866" cy="721011"/>
      </dsp:txXfrm>
    </dsp:sp>
    <dsp:sp modelId="{CAEF7F2C-FAB5-4B5F-B912-12B51A7CB55F}">
      <dsp:nvSpPr>
        <dsp:cNvPr id="0" name=""/>
        <dsp:cNvSpPr/>
      </dsp:nvSpPr>
      <dsp:spPr>
        <a:xfrm>
          <a:off x="0" y="902956"/>
          <a:ext cx="4429635" cy="7210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BF3A19-B4EE-426C-87AA-D467AC5461AB}">
      <dsp:nvSpPr>
        <dsp:cNvPr id="0" name=""/>
        <dsp:cNvSpPr/>
      </dsp:nvSpPr>
      <dsp:spPr>
        <a:xfrm>
          <a:off x="218105" y="1065184"/>
          <a:ext cx="396556" cy="3965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E525E8-818E-4EBE-B917-8BBAB1ED4A74}">
      <dsp:nvSpPr>
        <dsp:cNvPr id="0" name=""/>
        <dsp:cNvSpPr/>
      </dsp:nvSpPr>
      <dsp:spPr>
        <a:xfrm>
          <a:off x="832768" y="902956"/>
          <a:ext cx="3596866" cy="721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07" tIns="76307" rIns="76307" bIns="7630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Stores per-module permissions (CRUD)</a:t>
          </a:r>
        </a:p>
      </dsp:txBody>
      <dsp:txXfrm>
        <a:off x="832768" y="902956"/>
        <a:ext cx="3596866" cy="721011"/>
      </dsp:txXfrm>
    </dsp:sp>
    <dsp:sp modelId="{0595B5CE-842C-45A9-9E92-EC8BC9D93189}">
      <dsp:nvSpPr>
        <dsp:cNvPr id="0" name=""/>
        <dsp:cNvSpPr/>
      </dsp:nvSpPr>
      <dsp:spPr>
        <a:xfrm>
          <a:off x="0" y="1804220"/>
          <a:ext cx="4429635" cy="7210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D1D198-8A4B-4C02-9F6F-70A0F59EBB58}">
      <dsp:nvSpPr>
        <dsp:cNvPr id="0" name=""/>
        <dsp:cNvSpPr/>
      </dsp:nvSpPr>
      <dsp:spPr>
        <a:xfrm>
          <a:off x="218105" y="1966448"/>
          <a:ext cx="396556" cy="3965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0A2CD5-E97B-48BB-9207-2AC3D9AEF79F}">
      <dsp:nvSpPr>
        <dsp:cNvPr id="0" name=""/>
        <dsp:cNvSpPr/>
      </dsp:nvSpPr>
      <dsp:spPr>
        <a:xfrm>
          <a:off x="832768" y="1804220"/>
          <a:ext cx="3596866" cy="721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07" tIns="76307" rIns="76307" bIns="7630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Controls what actions users can perform</a:t>
          </a:r>
        </a:p>
      </dsp:txBody>
      <dsp:txXfrm>
        <a:off x="832768" y="1804220"/>
        <a:ext cx="3596866" cy="721011"/>
      </dsp:txXfrm>
    </dsp:sp>
    <dsp:sp modelId="{182599BA-EFEF-4096-B559-9E8E88B5D613}">
      <dsp:nvSpPr>
        <dsp:cNvPr id="0" name=""/>
        <dsp:cNvSpPr/>
      </dsp:nvSpPr>
      <dsp:spPr>
        <a:xfrm>
          <a:off x="0" y="2705485"/>
          <a:ext cx="4429635" cy="7210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F51F7E-4DBF-45BD-B5B1-38972E14B86E}">
      <dsp:nvSpPr>
        <dsp:cNvPr id="0" name=""/>
        <dsp:cNvSpPr/>
      </dsp:nvSpPr>
      <dsp:spPr>
        <a:xfrm>
          <a:off x="218105" y="2867713"/>
          <a:ext cx="396556" cy="3965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B31EFA-11D8-432D-A483-0E1CAA3E8134}">
      <dsp:nvSpPr>
        <dsp:cNvPr id="0" name=""/>
        <dsp:cNvSpPr/>
      </dsp:nvSpPr>
      <dsp:spPr>
        <a:xfrm>
          <a:off x="832768" y="2705485"/>
          <a:ext cx="3596866" cy="721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07" tIns="76307" rIns="76307" bIns="7630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Privileges stored as flexible JSON</a:t>
          </a:r>
        </a:p>
      </dsp:txBody>
      <dsp:txXfrm>
        <a:off x="832768" y="2705485"/>
        <a:ext cx="3596866" cy="721011"/>
      </dsp:txXfrm>
    </dsp:sp>
    <dsp:sp modelId="{3719BBC1-E354-4D0B-9F73-B259165D323B}">
      <dsp:nvSpPr>
        <dsp:cNvPr id="0" name=""/>
        <dsp:cNvSpPr/>
      </dsp:nvSpPr>
      <dsp:spPr>
        <a:xfrm>
          <a:off x="0" y="3606749"/>
          <a:ext cx="4429635" cy="7210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11CC58-43CF-44A5-B41A-81448C996CB5}">
      <dsp:nvSpPr>
        <dsp:cNvPr id="0" name=""/>
        <dsp:cNvSpPr/>
      </dsp:nvSpPr>
      <dsp:spPr>
        <a:xfrm>
          <a:off x="218105" y="3768977"/>
          <a:ext cx="396556" cy="3965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02EE1D-749D-41F7-8E83-62288F9B429B}">
      <dsp:nvSpPr>
        <dsp:cNvPr id="0" name=""/>
        <dsp:cNvSpPr/>
      </dsp:nvSpPr>
      <dsp:spPr>
        <a:xfrm>
          <a:off x="832768" y="3606749"/>
          <a:ext cx="3596866" cy="721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07" tIns="76307" rIns="76307" bIns="7630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Used by API &amp; UI to enforce permissions</a:t>
          </a:r>
        </a:p>
      </dsp:txBody>
      <dsp:txXfrm>
        <a:off x="832768" y="3606749"/>
        <a:ext cx="3596866" cy="721011"/>
      </dsp:txXfrm>
    </dsp:sp>
    <dsp:sp modelId="{46B4E860-EEFA-4DD7-9FFA-1E583B4B48B6}">
      <dsp:nvSpPr>
        <dsp:cNvPr id="0" name=""/>
        <dsp:cNvSpPr/>
      </dsp:nvSpPr>
      <dsp:spPr>
        <a:xfrm>
          <a:off x="0" y="4508014"/>
          <a:ext cx="4429635" cy="7210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E9BF1F-0451-4DF5-BEBC-53618CB8F75B}">
      <dsp:nvSpPr>
        <dsp:cNvPr id="0" name=""/>
        <dsp:cNvSpPr/>
      </dsp:nvSpPr>
      <dsp:spPr>
        <a:xfrm>
          <a:off x="218105" y="4670241"/>
          <a:ext cx="396556" cy="39655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70ECA0-67D3-46F4-80A0-87E5E8AED9E7}">
      <dsp:nvSpPr>
        <dsp:cNvPr id="0" name=""/>
        <dsp:cNvSpPr/>
      </dsp:nvSpPr>
      <dsp:spPr>
        <a:xfrm>
          <a:off x="832768" y="4508014"/>
          <a:ext cx="3596866" cy="721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07" tIns="76307" rIns="76307" bIns="7630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Connects users → roles → allowed operations</a:t>
          </a:r>
        </a:p>
      </dsp:txBody>
      <dsp:txXfrm>
        <a:off x="832768" y="4508014"/>
        <a:ext cx="3596866" cy="72101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1A065F-FE1F-4027-ACDB-6E82A5613720}">
      <dsp:nvSpPr>
        <dsp:cNvPr id="0" name=""/>
        <dsp:cNvSpPr/>
      </dsp:nvSpPr>
      <dsp:spPr>
        <a:xfrm>
          <a:off x="0" y="2170"/>
          <a:ext cx="4429635" cy="11002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B40579-022C-40DE-9265-84F3849ECAAB}">
      <dsp:nvSpPr>
        <dsp:cNvPr id="0" name=""/>
        <dsp:cNvSpPr/>
      </dsp:nvSpPr>
      <dsp:spPr>
        <a:xfrm>
          <a:off x="332837" y="249736"/>
          <a:ext cx="605159" cy="6051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D4E230-1A0C-45B0-8DAC-C801FAAFE48E}">
      <dsp:nvSpPr>
        <dsp:cNvPr id="0" name=""/>
        <dsp:cNvSpPr/>
      </dsp:nvSpPr>
      <dsp:spPr>
        <a:xfrm>
          <a:off x="1270834" y="2170"/>
          <a:ext cx="3158800" cy="1100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447" tIns="116447" rIns="116447" bIns="11644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Auto-create tables</a:t>
          </a:r>
        </a:p>
      </dsp:txBody>
      <dsp:txXfrm>
        <a:off x="1270834" y="2170"/>
        <a:ext cx="3158800" cy="1100289"/>
      </dsp:txXfrm>
    </dsp:sp>
    <dsp:sp modelId="{61EE8945-EB07-4C18-AC13-641A4D80561D}">
      <dsp:nvSpPr>
        <dsp:cNvPr id="0" name=""/>
        <dsp:cNvSpPr/>
      </dsp:nvSpPr>
      <dsp:spPr>
        <a:xfrm>
          <a:off x="0" y="1377533"/>
          <a:ext cx="4429635" cy="11002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4C4D3A-9CC4-4439-92E3-D5971FE9C4A4}">
      <dsp:nvSpPr>
        <dsp:cNvPr id="0" name=""/>
        <dsp:cNvSpPr/>
      </dsp:nvSpPr>
      <dsp:spPr>
        <a:xfrm>
          <a:off x="332837" y="1625098"/>
          <a:ext cx="605159" cy="6051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F5DB76-B3EB-4C6D-AAC2-29855B5A2AFE}">
      <dsp:nvSpPr>
        <dsp:cNvPr id="0" name=""/>
        <dsp:cNvSpPr/>
      </dsp:nvSpPr>
      <dsp:spPr>
        <a:xfrm>
          <a:off x="1270834" y="1377533"/>
          <a:ext cx="3158800" cy="1100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447" tIns="116447" rIns="116447" bIns="11644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Update old DB columns if missing</a:t>
          </a:r>
        </a:p>
      </dsp:txBody>
      <dsp:txXfrm>
        <a:off x="1270834" y="1377533"/>
        <a:ext cx="3158800" cy="1100289"/>
      </dsp:txXfrm>
    </dsp:sp>
    <dsp:sp modelId="{653135CB-1FE2-4C5A-92D7-B218155F18C5}">
      <dsp:nvSpPr>
        <dsp:cNvPr id="0" name=""/>
        <dsp:cNvSpPr/>
      </dsp:nvSpPr>
      <dsp:spPr>
        <a:xfrm>
          <a:off x="0" y="2752895"/>
          <a:ext cx="4429635" cy="11002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DCD4E5-2671-4033-A838-1C66742DC591}">
      <dsp:nvSpPr>
        <dsp:cNvPr id="0" name=""/>
        <dsp:cNvSpPr/>
      </dsp:nvSpPr>
      <dsp:spPr>
        <a:xfrm>
          <a:off x="332837" y="3000460"/>
          <a:ext cx="605159" cy="6051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FB9479-0FE5-459B-9EE3-A5AB58E5ABBF}">
      <dsp:nvSpPr>
        <dsp:cNvPr id="0" name=""/>
        <dsp:cNvSpPr/>
      </dsp:nvSpPr>
      <dsp:spPr>
        <a:xfrm>
          <a:off x="1270834" y="2752895"/>
          <a:ext cx="3158800" cy="1100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447" tIns="116447" rIns="116447" bIns="11644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Seed default roles &amp; default users</a:t>
          </a:r>
        </a:p>
      </dsp:txBody>
      <dsp:txXfrm>
        <a:off x="1270834" y="2752895"/>
        <a:ext cx="3158800" cy="1100289"/>
      </dsp:txXfrm>
    </dsp:sp>
    <dsp:sp modelId="{2CEFB809-3CB9-42FB-BEA3-5B38D83F6D8A}">
      <dsp:nvSpPr>
        <dsp:cNvPr id="0" name=""/>
        <dsp:cNvSpPr/>
      </dsp:nvSpPr>
      <dsp:spPr>
        <a:xfrm>
          <a:off x="0" y="4128257"/>
          <a:ext cx="4429635" cy="11002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8F00AD-82B6-485C-B630-4FAF199A32EE}">
      <dsp:nvSpPr>
        <dsp:cNvPr id="0" name=""/>
        <dsp:cNvSpPr/>
      </dsp:nvSpPr>
      <dsp:spPr>
        <a:xfrm>
          <a:off x="332837" y="4375822"/>
          <a:ext cx="605159" cy="60515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6B9D19-11AF-4169-934B-ED9E453C2ABE}">
      <dsp:nvSpPr>
        <dsp:cNvPr id="0" name=""/>
        <dsp:cNvSpPr/>
      </dsp:nvSpPr>
      <dsp:spPr>
        <a:xfrm>
          <a:off x="1270834" y="4128257"/>
          <a:ext cx="3158800" cy="1100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447" tIns="116447" rIns="116447" bIns="11644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Predefined module list for privileges</a:t>
          </a:r>
        </a:p>
      </dsp:txBody>
      <dsp:txXfrm>
        <a:off x="1270834" y="4128257"/>
        <a:ext cx="3158800" cy="110028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2D9553-49C3-4E6C-9D5E-036D0539A6DF}">
      <dsp:nvSpPr>
        <dsp:cNvPr id="0" name=""/>
        <dsp:cNvSpPr/>
      </dsp:nvSpPr>
      <dsp:spPr>
        <a:xfrm>
          <a:off x="0" y="1692"/>
          <a:ext cx="4429635" cy="7210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49F9CE-584F-4147-AC0C-B3107A6A4B5F}">
      <dsp:nvSpPr>
        <dsp:cNvPr id="0" name=""/>
        <dsp:cNvSpPr/>
      </dsp:nvSpPr>
      <dsp:spPr>
        <a:xfrm>
          <a:off x="218105" y="163919"/>
          <a:ext cx="396556" cy="3965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7C32BB-EE08-4E23-BDB7-E9CC7F28FADA}">
      <dsp:nvSpPr>
        <dsp:cNvPr id="0" name=""/>
        <dsp:cNvSpPr/>
      </dsp:nvSpPr>
      <dsp:spPr>
        <a:xfrm>
          <a:off x="832768" y="1692"/>
          <a:ext cx="3596866" cy="721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07" tIns="76307" rIns="76307" bIns="7630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Served at /roles</a:t>
          </a:r>
        </a:p>
      </dsp:txBody>
      <dsp:txXfrm>
        <a:off x="832768" y="1692"/>
        <a:ext cx="3596866" cy="721011"/>
      </dsp:txXfrm>
    </dsp:sp>
    <dsp:sp modelId="{AF885CD1-2109-454F-9534-86435AF48FFF}">
      <dsp:nvSpPr>
        <dsp:cNvPr id="0" name=""/>
        <dsp:cNvSpPr/>
      </dsp:nvSpPr>
      <dsp:spPr>
        <a:xfrm>
          <a:off x="0" y="902956"/>
          <a:ext cx="4429635" cy="7210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9AA703-6613-4FA2-B950-71B58BC0DF28}">
      <dsp:nvSpPr>
        <dsp:cNvPr id="0" name=""/>
        <dsp:cNvSpPr/>
      </dsp:nvSpPr>
      <dsp:spPr>
        <a:xfrm>
          <a:off x="218105" y="1065184"/>
          <a:ext cx="396556" cy="3965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648538-C39B-4FCC-A408-7424F0438D2D}">
      <dsp:nvSpPr>
        <dsp:cNvPr id="0" name=""/>
        <dsp:cNvSpPr/>
      </dsp:nvSpPr>
      <dsp:spPr>
        <a:xfrm>
          <a:off x="832768" y="902956"/>
          <a:ext cx="3596866" cy="721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07" tIns="76307" rIns="76307" bIns="7630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Bootstrap UI</a:t>
          </a:r>
        </a:p>
      </dsp:txBody>
      <dsp:txXfrm>
        <a:off x="832768" y="902956"/>
        <a:ext cx="3596866" cy="721011"/>
      </dsp:txXfrm>
    </dsp:sp>
    <dsp:sp modelId="{30A2DF44-B775-4516-ACFB-AC785B1EF3F7}">
      <dsp:nvSpPr>
        <dsp:cNvPr id="0" name=""/>
        <dsp:cNvSpPr/>
      </dsp:nvSpPr>
      <dsp:spPr>
        <a:xfrm>
          <a:off x="0" y="1804220"/>
          <a:ext cx="4429635" cy="7210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D161D5-4B71-411C-9A25-792B31C17992}">
      <dsp:nvSpPr>
        <dsp:cNvPr id="0" name=""/>
        <dsp:cNvSpPr/>
      </dsp:nvSpPr>
      <dsp:spPr>
        <a:xfrm>
          <a:off x="218105" y="1966448"/>
          <a:ext cx="396556" cy="3965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5E6CE2-4609-43F2-909F-D6FEBF10CB54}">
      <dsp:nvSpPr>
        <dsp:cNvPr id="0" name=""/>
        <dsp:cNvSpPr/>
      </dsp:nvSpPr>
      <dsp:spPr>
        <a:xfrm>
          <a:off x="832768" y="1804220"/>
          <a:ext cx="3596866" cy="721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07" tIns="76307" rIns="76307" bIns="7630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Sidebar for Users/Roles</a:t>
          </a:r>
        </a:p>
      </dsp:txBody>
      <dsp:txXfrm>
        <a:off x="832768" y="1804220"/>
        <a:ext cx="3596866" cy="721011"/>
      </dsp:txXfrm>
    </dsp:sp>
    <dsp:sp modelId="{AF17F2E4-A371-47C9-8622-026BBB5AAC96}">
      <dsp:nvSpPr>
        <dsp:cNvPr id="0" name=""/>
        <dsp:cNvSpPr/>
      </dsp:nvSpPr>
      <dsp:spPr>
        <a:xfrm>
          <a:off x="0" y="2705485"/>
          <a:ext cx="4429635" cy="7210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7B21BD-31C7-43D1-9243-CBD62D839627}">
      <dsp:nvSpPr>
        <dsp:cNvPr id="0" name=""/>
        <dsp:cNvSpPr/>
      </dsp:nvSpPr>
      <dsp:spPr>
        <a:xfrm>
          <a:off x="218105" y="2867713"/>
          <a:ext cx="396556" cy="3965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281FBC-C563-4A33-94A1-80A34CBD8409}">
      <dsp:nvSpPr>
        <dsp:cNvPr id="0" name=""/>
        <dsp:cNvSpPr/>
      </dsp:nvSpPr>
      <dsp:spPr>
        <a:xfrm>
          <a:off x="832768" y="2705485"/>
          <a:ext cx="3596866" cy="721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07" tIns="76307" rIns="76307" bIns="7630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Modal forms for CRUD</a:t>
          </a:r>
        </a:p>
      </dsp:txBody>
      <dsp:txXfrm>
        <a:off x="832768" y="2705485"/>
        <a:ext cx="3596866" cy="721011"/>
      </dsp:txXfrm>
    </dsp:sp>
    <dsp:sp modelId="{EF0C8F2A-0B80-465B-A8CA-59CB4247712F}">
      <dsp:nvSpPr>
        <dsp:cNvPr id="0" name=""/>
        <dsp:cNvSpPr/>
      </dsp:nvSpPr>
      <dsp:spPr>
        <a:xfrm>
          <a:off x="0" y="3606749"/>
          <a:ext cx="4429635" cy="7210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952576-96D9-4339-B6B0-BCC6E7708792}">
      <dsp:nvSpPr>
        <dsp:cNvPr id="0" name=""/>
        <dsp:cNvSpPr/>
      </dsp:nvSpPr>
      <dsp:spPr>
        <a:xfrm>
          <a:off x="218105" y="3768977"/>
          <a:ext cx="396556" cy="3965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925ED4-0B3D-4393-AE55-ECA3451E5C35}">
      <dsp:nvSpPr>
        <dsp:cNvPr id="0" name=""/>
        <dsp:cNvSpPr/>
      </dsp:nvSpPr>
      <dsp:spPr>
        <a:xfrm>
          <a:off x="832768" y="3606749"/>
          <a:ext cx="3596866" cy="721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07" tIns="76307" rIns="76307" bIns="7630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JS fetch() for API calls</a:t>
          </a:r>
        </a:p>
      </dsp:txBody>
      <dsp:txXfrm>
        <a:off x="832768" y="3606749"/>
        <a:ext cx="3596866" cy="721011"/>
      </dsp:txXfrm>
    </dsp:sp>
    <dsp:sp modelId="{40D61FBC-7B88-495B-A3AD-63C7DF32F681}">
      <dsp:nvSpPr>
        <dsp:cNvPr id="0" name=""/>
        <dsp:cNvSpPr/>
      </dsp:nvSpPr>
      <dsp:spPr>
        <a:xfrm>
          <a:off x="0" y="4508014"/>
          <a:ext cx="4429635" cy="7210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0E0F37-E1F4-46D9-A16F-20A58AB8A9D4}">
      <dsp:nvSpPr>
        <dsp:cNvPr id="0" name=""/>
        <dsp:cNvSpPr/>
      </dsp:nvSpPr>
      <dsp:spPr>
        <a:xfrm>
          <a:off x="218105" y="4670241"/>
          <a:ext cx="396556" cy="39655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03EA55-C9D7-436C-A122-C78CB374E1D2}">
      <dsp:nvSpPr>
        <dsp:cNvPr id="0" name=""/>
        <dsp:cNvSpPr/>
      </dsp:nvSpPr>
      <dsp:spPr>
        <a:xfrm>
          <a:off x="832768" y="4508014"/>
          <a:ext cx="3596866" cy="721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07" tIns="76307" rIns="76307" bIns="7630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Instant UI updates</a:t>
          </a:r>
        </a:p>
      </dsp:txBody>
      <dsp:txXfrm>
        <a:off x="832768" y="4508014"/>
        <a:ext cx="3596866" cy="72101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7A036C-1795-4D53-A3B9-AAAC84669550}">
      <dsp:nvSpPr>
        <dsp:cNvPr id="0" name=""/>
        <dsp:cNvSpPr/>
      </dsp:nvSpPr>
      <dsp:spPr>
        <a:xfrm>
          <a:off x="0" y="434479"/>
          <a:ext cx="4429635" cy="1034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pip install flask flask_sqlalchemy</a:t>
          </a:r>
        </a:p>
      </dsp:txBody>
      <dsp:txXfrm>
        <a:off x="50489" y="484968"/>
        <a:ext cx="4328657" cy="933302"/>
      </dsp:txXfrm>
    </dsp:sp>
    <dsp:sp modelId="{A175F464-869A-443C-B278-43E6F6EF43F4}">
      <dsp:nvSpPr>
        <dsp:cNvPr id="0" name=""/>
        <dsp:cNvSpPr/>
      </dsp:nvSpPr>
      <dsp:spPr>
        <a:xfrm>
          <a:off x="0" y="1543639"/>
          <a:ext cx="4429635" cy="1034280"/>
        </a:xfrm>
        <a:prstGeom prst="roundRect">
          <a:avLst/>
        </a:prstGeom>
        <a:solidFill>
          <a:schemeClr val="accent2">
            <a:hueOff val="-441124"/>
            <a:satOff val="497"/>
            <a:lumOff val="1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python main.py</a:t>
          </a:r>
        </a:p>
      </dsp:txBody>
      <dsp:txXfrm>
        <a:off x="50489" y="1594128"/>
        <a:ext cx="4328657" cy="933302"/>
      </dsp:txXfrm>
    </dsp:sp>
    <dsp:sp modelId="{A5D8F53F-C90E-4E56-9419-D64F33042E11}">
      <dsp:nvSpPr>
        <dsp:cNvPr id="0" name=""/>
        <dsp:cNvSpPr/>
      </dsp:nvSpPr>
      <dsp:spPr>
        <a:xfrm>
          <a:off x="0" y="2652799"/>
          <a:ext cx="4429635" cy="1034280"/>
        </a:xfrm>
        <a:prstGeom prst="roundRect">
          <a:avLst/>
        </a:prstGeom>
        <a:solidFill>
          <a:schemeClr val="accent2">
            <a:hueOff val="-882249"/>
            <a:satOff val="995"/>
            <a:lumOff val="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URL: http://127.0.0.1:5000/roles</a:t>
          </a:r>
        </a:p>
      </dsp:txBody>
      <dsp:txXfrm>
        <a:off x="50489" y="2703288"/>
        <a:ext cx="4328657" cy="933302"/>
      </dsp:txXfrm>
    </dsp:sp>
    <dsp:sp modelId="{75867BD5-B275-4A03-9AA3-B6F53CD944C5}">
      <dsp:nvSpPr>
        <dsp:cNvPr id="0" name=""/>
        <dsp:cNvSpPr/>
      </dsp:nvSpPr>
      <dsp:spPr>
        <a:xfrm>
          <a:off x="0" y="3761959"/>
          <a:ext cx="4429635" cy="1034280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Database auto-creates on first run</a:t>
          </a:r>
        </a:p>
      </dsp:txBody>
      <dsp:txXfrm>
        <a:off x="50489" y="3812448"/>
        <a:ext cx="4328657" cy="93330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0D54B8-D893-4C02-B566-438CDA569BED}">
      <dsp:nvSpPr>
        <dsp:cNvPr id="0" name=""/>
        <dsp:cNvSpPr/>
      </dsp:nvSpPr>
      <dsp:spPr>
        <a:xfrm>
          <a:off x="0" y="4086"/>
          <a:ext cx="4429635" cy="8704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184E7E-3051-4DC5-8FF1-DFED03E835B4}">
      <dsp:nvSpPr>
        <dsp:cNvPr id="0" name=""/>
        <dsp:cNvSpPr/>
      </dsp:nvSpPr>
      <dsp:spPr>
        <a:xfrm>
          <a:off x="263303" y="199931"/>
          <a:ext cx="478733" cy="47873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A79DC5-CE24-46AC-B2D4-3F939224430E}">
      <dsp:nvSpPr>
        <dsp:cNvPr id="0" name=""/>
        <dsp:cNvSpPr/>
      </dsp:nvSpPr>
      <dsp:spPr>
        <a:xfrm>
          <a:off x="1005339" y="4086"/>
          <a:ext cx="3424295" cy="870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120" tIns="92120" rIns="92120" bIns="9212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Complete RBAC workflow</a:t>
          </a:r>
        </a:p>
      </dsp:txBody>
      <dsp:txXfrm>
        <a:off x="1005339" y="4086"/>
        <a:ext cx="3424295" cy="870424"/>
      </dsp:txXfrm>
    </dsp:sp>
    <dsp:sp modelId="{1F808954-785B-40D5-87D9-675E2B24B142}">
      <dsp:nvSpPr>
        <dsp:cNvPr id="0" name=""/>
        <dsp:cNvSpPr/>
      </dsp:nvSpPr>
      <dsp:spPr>
        <a:xfrm>
          <a:off x="0" y="1092116"/>
          <a:ext cx="4429635" cy="8704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13AE67-D5F2-4431-8C3D-3180BDA9761B}">
      <dsp:nvSpPr>
        <dsp:cNvPr id="0" name=""/>
        <dsp:cNvSpPr/>
      </dsp:nvSpPr>
      <dsp:spPr>
        <a:xfrm>
          <a:off x="263303" y="1287962"/>
          <a:ext cx="478733" cy="47873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B700EC-CF62-4F3B-938C-28523C944682}">
      <dsp:nvSpPr>
        <dsp:cNvPr id="0" name=""/>
        <dsp:cNvSpPr/>
      </dsp:nvSpPr>
      <dsp:spPr>
        <a:xfrm>
          <a:off x="1005339" y="1092116"/>
          <a:ext cx="3424295" cy="870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120" tIns="92120" rIns="92120" bIns="9212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Clean modern UI</a:t>
          </a:r>
        </a:p>
      </dsp:txBody>
      <dsp:txXfrm>
        <a:off x="1005339" y="1092116"/>
        <a:ext cx="3424295" cy="870424"/>
      </dsp:txXfrm>
    </dsp:sp>
    <dsp:sp modelId="{FED48874-0BD4-4DC7-94D2-9F064AD0655A}">
      <dsp:nvSpPr>
        <dsp:cNvPr id="0" name=""/>
        <dsp:cNvSpPr/>
      </dsp:nvSpPr>
      <dsp:spPr>
        <a:xfrm>
          <a:off x="0" y="2180146"/>
          <a:ext cx="4429635" cy="8704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C2D55A-0DEF-425D-B7FD-84E1D0069B40}">
      <dsp:nvSpPr>
        <dsp:cNvPr id="0" name=""/>
        <dsp:cNvSpPr/>
      </dsp:nvSpPr>
      <dsp:spPr>
        <a:xfrm>
          <a:off x="263303" y="2375992"/>
          <a:ext cx="478733" cy="47873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F923F9-1A75-4A1F-A2E2-7452F694D759}">
      <dsp:nvSpPr>
        <dsp:cNvPr id="0" name=""/>
        <dsp:cNvSpPr/>
      </dsp:nvSpPr>
      <dsp:spPr>
        <a:xfrm>
          <a:off x="1005339" y="2180146"/>
          <a:ext cx="3424295" cy="870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120" tIns="92120" rIns="92120" bIns="9212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JSON-based privileges = flexible</a:t>
          </a:r>
        </a:p>
      </dsp:txBody>
      <dsp:txXfrm>
        <a:off x="1005339" y="2180146"/>
        <a:ext cx="3424295" cy="870424"/>
      </dsp:txXfrm>
    </dsp:sp>
    <dsp:sp modelId="{444A2E29-8EF7-4D64-9FB4-E82B263C51F0}">
      <dsp:nvSpPr>
        <dsp:cNvPr id="0" name=""/>
        <dsp:cNvSpPr/>
      </dsp:nvSpPr>
      <dsp:spPr>
        <a:xfrm>
          <a:off x="0" y="3268177"/>
          <a:ext cx="4429635" cy="8704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5E443C-DA05-45F3-9FDC-4167CAB7A266}">
      <dsp:nvSpPr>
        <dsp:cNvPr id="0" name=""/>
        <dsp:cNvSpPr/>
      </dsp:nvSpPr>
      <dsp:spPr>
        <a:xfrm>
          <a:off x="263303" y="3464022"/>
          <a:ext cx="478733" cy="47873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8F81EF-8A8D-4517-867C-0117DDA3ECFC}">
      <dsp:nvSpPr>
        <dsp:cNvPr id="0" name=""/>
        <dsp:cNvSpPr/>
      </dsp:nvSpPr>
      <dsp:spPr>
        <a:xfrm>
          <a:off x="1005339" y="3268177"/>
          <a:ext cx="3424295" cy="870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120" tIns="92120" rIns="92120" bIns="9212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Flask + SQLite = lightweight &amp; portable</a:t>
          </a:r>
        </a:p>
      </dsp:txBody>
      <dsp:txXfrm>
        <a:off x="1005339" y="3268177"/>
        <a:ext cx="3424295" cy="870424"/>
      </dsp:txXfrm>
    </dsp:sp>
    <dsp:sp modelId="{FC8A04F8-5795-4CE0-8787-F09271978BFF}">
      <dsp:nvSpPr>
        <dsp:cNvPr id="0" name=""/>
        <dsp:cNvSpPr/>
      </dsp:nvSpPr>
      <dsp:spPr>
        <a:xfrm>
          <a:off x="0" y="4356207"/>
          <a:ext cx="4429635" cy="8704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9E20F8-1E94-4070-B6DF-229A2D64DEBC}">
      <dsp:nvSpPr>
        <dsp:cNvPr id="0" name=""/>
        <dsp:cNvSpPr/>
      </dsp:nvSpPr>
      <dsp:spPr>
        <a:xfrm>
          <a:off x="263303" y="4552052"/>
          <a:ext cx="478733" cy="47873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F245C9-24D6-4CA6-AB6D-A0D6039B18EE}">
      <dsp:nvSpPr>
        <dsp:cNvPr id="0" name=""/>
        <dsp:cNvSpPr/>
      </dsp:nvSpPr>
      <dsp:spPr>
        <a:xfrm>
          <a:off x="1005339" y="4356207"/>
          <a:ext cx="3424295" cy="870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120" tIns="92120" rIns="92120" bIns="9212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Suitable for demos &amp; admin tools</a:t>
          </a:r>
        </a:p>
      </dsp:txBody>
      <dsp:txXfrm>
        <a:off x="1005339" y="4356207"/>
        <a:ext cx="3424295" cy="8704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2091263"/>
            <a:ext cx="6801440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6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4682062"/>
            <a:ext cx="6803136" cy="50292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4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  <a:lvl6pPr marL="2286000" indent="0" algn="ctr">
              <a:buNone/>
              <a:defRPr sz="1400"/>
            </a:lvl6pPr>
            <a:lvl7pPr marL="2743200" indent="0" algn="ctr">
              <a:buNone/>
              <a:defRPr sz="1400"/>
            </a:lvl7pPr>
            <a:lvl8pPr marL="3200400" indent="0" algn="ctr">
              <a:buNone/>
              <a:defRPr sz="1400"/>
            </a:lvl8pPr>
            <a:lvl9pPr marL="3657600" indent="0" algn="ctr">
              <a:buNone/>
              <a:defRPr sz="1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31920" y="1327188"/>
            <a:ext cx="1280160" cy="457200"/>
          </a:xfrm>
        </p:spPr>
        <p:txBody>
          <a:bodyPr/>
          <a:lstStyle>
            <a:lvl1pPr algn="ctr">
              <a:defRPr sz="11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104936" y="5211060"/>
            <a:ext cx="4429125" cy="228600"/>
          </a:xfrm>
        </p:spPr>
        <p:txBody>
          <a:bodyPr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5212080"/>
            <a:ext cx="158391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1227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955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2094309"/>
            <a:ext cx="6803136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6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4682062"/>
            <a:ext cx="6803136" cy="50292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31920" y="1325880"/>
            <a:ext cx="1280160" cy="457200"/>
          </a:xfrm>
        </p:spPr>
        <p:txBody>
          <a:bodyPr/>
          <a:lstStyle>
            <a:lvl1pPr algn="ctr">
              <a:defRPr lang="en-US" sz="11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4679" y="5211060"/>
            <a:ext cx="4430268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5211060"/>
            <a:ext cx="1584198" cy="2286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1211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488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389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755898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756581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933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763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246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84147" y="173736"/>
            <a:ext cx="6398514" cy="65105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7392"/>
            <a:ext cx="1823085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6" y="907143"/>
            <a:ext cx="5428856" cy="504371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3085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6310086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2583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3504"/>
            <a:ext cx="1824228" cy="1645920"/>
          </a:xfrm>
        </p:spPr>
        <p:txBody>
          <a:bodyPr anchor="b">
            <a:noAutofit/>
          </a:bodyPr>
          <a:lstStyle>
            <a:lvl1pPr algn="l">
              <a:defRPr sz="24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3736"/>
            <a:ext cx="6398514" cy="6510528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4228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9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6309360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46416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156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762000"/>
            <a:ext cx="177165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762000"/>
            <a:ext cx="60579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751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3736"/>
            <a:ext cx="8791956" cy="6510528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768096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4768" y="6309360"/>
            <a:ext cx="20574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6896" y="6309360"/>
            <a:ext cx="3950208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23382" y="6309360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804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HK"/>
              <a:t>RBAC Admin — Users &amp; Roles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Flask + SQLite</a:t>
            </a:r>
          </a:p>
          <a:p>
            <a:r>
              <a:rPr lang="en-US"/>
              <a:t>Single-file app with API + frontend (roles &amp; users)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55F7F3-3A58-4BBB-95C7-CF706F9FF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E3D314-6F93-4D91-8C0F-E92657F46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022" y="237744"/>
            <a:ext cx="3314699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H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056" y="559477"/>
            <a:ext cx="2823900" cy="5709931"/>
          </a:xfrm>
        </p:spPr>
        <p:txBody>
          <a:bodyPr>
            <a:normAutofit/>
          </a:bodyPr>
          <a:lstStyle/>
          <a:p>
            <a:pPr algn="ctr"/>
            <a:r>
              <a:rPr lang="en-HK"/>
              <a:t>Purpose &amp; Key Features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05F8878-D7DC-7EF9-B97C-49C790F161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6064259"/>
              </p:ext>
            </p:extLst>
          </p:nvPr>
        </p:nvGraphicFramePr>
        <p:xfrm>
          <a:off x="4108593" y="800947"/>
          <a:ext cx="4429635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455F7F3-3A58-4BBB-95C7-CF706F9FF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E3D314-6F93-4D91-8C0F-E92657F46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022" y="237744"/>
            <a:ext cx="3314699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H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056" y="559477"/>
            <a:ext cx="2823900" cy="5709931"/>
          </a:xfrm>
        </p:spPr>
        <p:txBody>
          <a:bodyPr>
            <a:normAutofit/>
          </a:bodyPr>
          <a:lstStyle/>
          <a:p>
            <a:pPr algn="ctr"/>
            <a:r>
              <a:rPr lang="en-HK" sz="3100"/>
              <a:t>System Components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05ED7A3-0FCB-0B98-57FD-B9147B2DF2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6774660"/>
              </p:ext>
            </p:extLst>
          </p:nvPr>
        </p:nvGraphicFramePr>
        <p:xfrm>
          <a:off x="4108593" y="800947"/>
          <a:ext cx="4429635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55F7F3-3A58-4BBB-95C7-CF706F9FF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E3D314-6F93-4D91-8C0F-E92657F46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022" y="237744"/>
            <a:ext cx="3314699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H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056" y="559477"/>
            <a:ext cx="2823900" cy="5709931"/>
          </a:xfrm>
        </p:spPr>
        <p:txBody>
          <a:bodyPr>
            <a:normAutofit/>
          </a:bodyPr>
          <a:lstStyle/>
          <a:p>
            <a:pPr algn="ctr"/>
            <a:r>
              <a:t>Role Model — Purpose</a:t>
            </a:r>
            <a:endParaRPr lang="en-HK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C57EA99-11B2-544B-9D4A-AF4422CBF0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2769478"/>
              </p:ext>
            </p:extLst>
          </p:nvPr>
        </p:nvGraphicFramePr>
        <p:xfrm>
          <a:off x="4108593" y="800947"/>
          <a:ext cx="4429635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D15573D-0E45-4691-B525-471152EC1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448559-19A4-4252-8C27-54C1DA906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022" y="237744"/>
            <a:ext cx="3314699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H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056" y="559477"/>
            <a:ext cx="2823900" cy="5709931"/>
          </a:xfrm>
        </p:spPr>
        <p:txBody>
          <a:bodyPr>
            <a:normAutofit/>
          </a:bodyPr>
          <a:lstStyle/>
          <a:p>
            <a:pPr algn="ctr"/>
            <a:r>
              <a:rPr lang="en-HK" sz="3800"/>
              <a:t>User Model —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8593" y="559477"/>
            <a:ext cx="4235307" cy="5475563"/>
          </a:xfrm>
        </p:spPr>
        <p:txBody>
          <a:bodyPr anchor="ctr">
            <a:normAutofit/>
          </a:bodyPr>
          <a:lstStyle/>
          <a:p>
            <a:endParaRPr/>
          </a:p>
          <a:p>
            <a:r>
              <a:t>Stores basic user identity &amp; contact details</a:t>
            </a:r>
          </a:p>
          <a:p>
            <a:r>
              <a:t>Maintains assigned role</a:t>
            </a:r>
          </a:p>
          <a:p>
            <a:r>
              <a:t>Acts as the system's main user record</a:t>
            </a:r>
          </a:p>
          <a:p>
            <a:r>
              <a:t>Supports CRUD operations</a:t>
            </a:r>
          </a:p>
          <a:p>
            <a:r>
              <a:t>Drives the Users UI</a:t>
            </a:r>
          </a:p>
          <a:p>
            <a:r>
              <a:t>"name" is treated as the unique identifier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55F7F3-3A58-4BBB-95C7-CF706F9FF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E3D314-6F93-4D91-8C0F-E92657F46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022" y="237744"/>
            <a:ext cx="3314699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H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056" y="559477"/>
            <a:ext cx="2823900" cy="5709931"/>
          </a:xfrm>
        </p:spPr>
        <p:txBody>
          <a:bodyPr>
            <a:normAutofit/>
          </a:bodyPr>
          <a:lstStyle/>
          <a:p>
            <a:pPr algn="ctr"/>
            <a:r>
              <a:t>DB Setup &amp; Seeding</a:t>
            </a:r>
            <a:endParaRPr lang="en-HK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51EBEF1-B2A3-56BB-8F33-48B551FEB8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5596134"/>
              </p:ext>
            </p:extLst>
          </p:nvPr>
        </p:nvGraphicFramePr>
        <p:xfrm>
          <a:off x="4108593" y="800947"/>
          <a:ext cx="4429635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0D70C8A-A50E-4B41-86A2-E2F855812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022" y="237744"/>
            <a:ext cx="8791956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HK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D15573D-0E45-4691-B525-471152EC1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448559-19A4-4252-8C27-54C1DA906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022" y="237744"/>
            <a:ext cx="3314699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H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056" y="559477"/>
            <a:ext cx="2823900" cy="57099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800"/>
              <a:t>Roles API — What It Does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08593" y="559477"/>
            <a:ext cx="4235307" cy="547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  <a:p>
            <a:r>
              <a:rPr lang="en-US"/>
              <a:t>GET /api/roles</a:t>
            </a:r>
            <a:r>
              <a:rPr lang="en-US" dirty="0"/>
              <a:t>   </a:t>
            </a:r>
            <a:r>
              <a:rPr lang="en-US"/>
              <a:t>— List roles</a:t>
            </a:r>
          </a:p>
          <a:p>
            <a:r>
              <a:rPr lang="en-US"/>
              <a:t>GET /api/roles/&lt;id&gt;</a:t>
            </a:r>
            <a:r>
              <a:rPr lang="en-US" dirty="0"/>
              <a:t> </a:t>
            </a:r>
            <a:r>
              <a:rPr lang="en-US"/>
              <a:t>— View specific role</a:t>
            </a:r>
          </a:p>
          <a:p>
            <a:r>
              <a:rPr lang="en-US"/>
              <a:t>POST /api/roles</a:t>
            </a:r>
            <a:r>
              <a:rPr lang="en-US" dirty="0"/>
              <a:t> </a:t>
            </a:r>
            <a:r>
              <a:rPr lang="en-US"/>
              <a:t>— Create role</a:t>
            </a:r>
          </a:p>
          <a:p>
            <a:r>
              <a:rPr lang="en-US"/>
              <a:t>PUT /api/roles/&lt;id&gt;</a:t>
            </a:r>
            <a:r>
              <a:rPr lang="en-US" dirty="0"/>
              <a:t> </a:t>
            </a:r>
            <a:r>
              <a:rPr lang="en-US"/>
              <a:t>— Update role</a:t>
            </a:r>
          </a:p>
          <a:p>
            <a:r>
              <a:rPr lang="en-US"/>
              <a:t>DELETE /api/roles/&lt;id&gt;</a:t>
            </a:r>
            <a:r>
              <a:rPr lang="en-US" dirty="0"/>
              <a:t>  </a:t>
            </a:r>
            <a:r>
              <a:rPr lang="en-US"/>
              <a:t>— Delete role</a:t>
            </a:r>
          </a:p>
          <a:p>
            <a:r>
              <a:rPr lang="en-US"/>
              <a:t>POST /api/roles/&lt;id&gt;/duplicate</a:t>
            </a:r>
            <a:r>
              <a:rPr lang="en-US" dirty="0"/>
              <a:t> </a:t>
            </a:r>
            <a:r>
              <a:rPr lang="en-US"/>
              <a:t>— Duplicate role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55F7F3-3A58-4BBB-95C7-CF706F9FF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E3D314-6F93-4D91-8C0F-E92657F46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022" y="237744"/>
            <a:ext cx="3314699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H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056" y="559477"/>
            <a:ext cx="2823900" cy="5709931"/>
          </a:xfrm>
        </p:spPr>
        <p:txBody>
          <a:bodyPr>
            <a:normAutofit/>
          </a:bodyPr>
          <a:lstStyle/>
          <a:p>
            <a:pPr algn="ctr"/>
            <a:r>
              <a:rPr lang="en-HK" sz="3100"/>
              <a:t>Frontend (Single-File Architecture)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223D425-337F-B7F2-24F4-4451762EFA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002635"/>
              </p:ext>
            </p:extLst>
          </p:nvPr>
        </p:nvGraphicFramePr>
        <p:xfrm>
          <a:off x="4108593" y="800947"/>
          <a:ext cx="4429635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455F7F3-3A58-4BBB-95C7-CF706F9FF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E3D314-6F93-4D91-8C0F-E92657F46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022" y="237744"/>
            <a:ext cx="3314699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H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056" y="559477"/>
            <a:ext cx="2823900" cy="5709931"/>
          </a:xfrm>
        </p:spPr>
        <p:txBody>
          <a:bodyPr>
            <a:normAutofit/>
          </a:bodyPr>
          <a:lstStyle/>
          <a:p>
            <a:pPr algn="ctr"/>
            <a:r>
              <a:rPr lang="en-HK"/>
              <a:t>How to Run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01301EFB-037A-B086-12E3-D01EBE1F28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8973252"/>
              </p:ext>
            </p:extLst>
          </p:nvPr>
        </p:nvGraphicFramePr>
        <p:xfrm>
          <a:off x="4108593" y="800947"/>
          <a:ext cx="4429635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D15573D-0E45-4691-B525-471152EC1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448559-19A4-4252-8C27-54C1DA906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022" y="237744"/>
            <a:ext cx="3314699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H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056" y="559477"/>
            <a:ext cx="2823900" cy="5709931"/>
          </a:xfrm>
        </p:spPr>
        <p:txBody>
          <a:bodyPr>
            <a:normAutofit/>
          </a:bodyPr>
          <a:lstStyle/>
          <a:p>
            <a:pPr algn="ctr"/>
            <a:r>
              <a:rPr lang="en-HK" sz="2900"/>
              <a:t>Improvements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8593" y="559477"/>
            <a:ext cx="4235307" cy="5475563"/>
          </a:xfrm>
        </p:spPr>
        <p:txBody>
          <a:bodyPr anchor="ctr">
            <a:normAutofit/>
          </a:bodyPr>
          <a:lstStyle/>
          <a:p>
            <a:endParaRPr/>
          </a:p>
          <a:p>
            <a:r>
              <a:t>Add authentication for admin access</a:t>
            </a:r>
          </a:p>
          <a:p>
            <a:r>
              <a:t>Move frontend to static HTML/JS files</a:t>
            </a:r>
          </a:p>
          <a:p>
            <a:r>
              <a:t>Normalize privileges table</a:t>
            </a:r>
          </a:p>
          <a:p>
            <a:r>
              <a:t>Add logs for auditing</a:t>
            </a:r>
          </a:p>
          <a:p>
            <a:r>
              <a:t>Add unit tests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A8C6BC2-E9E2-4780-8A41-064073CD4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0450CF-22E9-4B1D-B146-30FEE770C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0902" y="1267730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H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238079-1F65-476A-BC6C-F2D3BD268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850" y="1411615"/>
            <a:ext cx="69723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HK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40C935-D2D3-4F63-A4DA-CD768BB3F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1910" y="1267730"/>
            <a:ext cx="144018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E8D8045-0F80-4964-B591-0D599AB42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950855" y="1267730"/>
            <a:ext cx="1567331" cy="645295"/>
            <a:chOff x="5318306" y="1386268"/>
            <a:chExt cx="1567331" cy="645295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F8A5889-0EE6-4E19-98FE-29F79E987B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B0FE4C3-64BE-4A2B-818D-4D8447934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4670D04-30D8-487E-A3F4-0655E4801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1A856DE3-B9AB-43F7-A80F-CB9F149A9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0018" y="1559768"/>
            <a:ext cx="2429121" cy="31353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2900" cap="all" spc="-100">
                <a:solidFill>
                  <a:srgbClr val="FFFFFF"/>
                </a:solidFill>
              </a:rPr>
              <a:t>Users UI Screenshot</a:t>
            </a:r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8B4B154C-0A60-41BF-B149-21BD6D9B9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400" y="0"/>
            <a:ext cx="612655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DC1BCB1-67D2-4359-8F92-3A69D16DD1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14488" y="0"/>
            <a:ext cx="144018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800E080-59F0-4F83-B2C9-C7330EFDF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00213" y="-1172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F506867-1785-46B5-8ECF-33F482D02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68943" y="-1172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587DF45-2069-17ED-7025-FD53F9877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94" y="2213752"/>
            <a:ext cx="5182039" cy="2422603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8A8A2B6-6C82-4F71-BD0A-2E57CD231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00213" y="644123"/>
            <a:ext cx="126873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A8C6BC2-E9E2-4780-8A41-064073CD4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0450CF-22E9-4B1D-B146-30FEE770C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0902" y="1267730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H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238079-1F65-476A-BC6C-F2D3BD268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850" y="1411615"/>
            <a:ext cx="69723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H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40C935-D2D3-4F63-A4DA-CD768BB3F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1910" y="1267730"/>
            <a:ext cx="144018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8D8045-0F80-4964-B591-0D599AB42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950855" y="1267730"/>
            <a:ext cx="1567331" cy="645295"/>
            <a:chOff x="5318306" y="1386268"/>
            <a:chExt cx="1567331" cy="645295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F8A5889-0EE6-4E19-98FE-29F79E987B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B0FE4C3-64BE-4A2B-818D-4D8447934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4670D04-30D8-487E-A3F4-0655E4801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1A856DE3-B9AB-43F7-A80F-CB9F149A9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0018" y="1559768"/>
            <a:ext cx="2429121" cy="31353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2900" cap="all" spc="-100">
                <a:solidFill>
                  <a:srgbClr val="FFFFFF"/>
                </a:solidFill>
              </a:rPr>
              <a:t>Roles UI Screenshot</a:t>
            </a:r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8B4B154C-0A60-41BF-B149-21BD6D9B9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400" y="0"/>
            <a:ext cx="612655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DC1BCB1-67D2-4359-8F92-3A69D16DD1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14488" y="0"/>
            <a:ext cx="144018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800E080-59F0-4F83-B2C9-C7330EFDF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00213" y="-1172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F506867-1785-46B5-8ECF-33F482D02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68943" y="-1172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CB924C-26BC-645D-36B6-C09743D57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94" y="2194320"/>
            <a:ext cx="5182039" cy="2461468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8A8A2B6-6C82-4F71-BD0A-2E57CD231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00213" y="644123"/>
            <a:ext cx="126873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55F7F3-3A58-4BBB-95C7-CF706F9FF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E3D314-6F93-4D91-8C0F-E92657F46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022" y="237744"/>
            <a:ext cx="3314699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H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056" y="559477"/>
            <a:ext cx="2823900" cy="5709931"/>
          </a:xfrm>
        </p:spPr>
        <p:txBody>
          <a:bodyPr>
            <a:normAutofit/>
          </a:bodyPr>
          <a:lstStyle/>
          <a:p>
            <a:pPr algn="ctr"/>
            <a:r>
              <a:rPr lang="en-HK" sz="3700"/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995E229-831F-8242-6199-41D4B6F362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6754149"/>
              </p:ext>
            </p:extLst>
          </p:nvPr>
        </p:nvGraphicFramePr>
        <p:xfrm>
          <a:off x="4108593" y="800947"/>
          <a:ext cx="4429635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are welcome.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42</TotalTime>
  <Words>357</Words>
  <Application>Microsoft Office PowerPoint</Application>
  <PresentationFormat>On-screen Show (4:3)</PresentationFormat>
  <Paragraphs>73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Garamond</vt:lpstr>
      <vt:lpstr>Savon</vt:lpstr>
      <vt:lpstr>RBAC Admin — Users &amp; Roles</vt:lpstr>
      <vt:lpstr>Purpose &amp; Key Features</vt:lpstr>
      <vt:lpstr>System Components Overview</vt:lpstr>
      <vt:lpstr>Role Model — Purpose</vt:lpstr>
      <vt:lpstr>User Model — Purpose</vt:lpstr>
      <vt:lpstr>DB Setup &amp; Seeding</vt:lpstr>
      <vt:lpstr>Roles API — What It Does</vt:lpstr>
      <vt:lpstr>Frontend (Single-File Architecture)</vt:lpstr>
      <vt:lpstr>How to Run</vt:lpstr>
      <vt:lpstr>Improvements &amp; Next Steps</vt:lpstr>
      <vt:lpstr>Users UI Screenshot</vt:lpstr>
      <vt:lpstr>Roles UI Screenshot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Sristish Sateen</cp:lastModifiedBy>
  <cp:revision>2</cp:revision>
  <dcterms:created xsi:type="dcterms:W3CDTF">2013-01-27T09:14:16Z</dcterms:created>
  <dcterms:modified xsi:type="dcterms:W3CDTF">2025-11-21T06:53:14Z</dcterms:modified>
  <cp:category/>
</cp:coreProperties>
</file>